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56E9E-68B2-E1B9-EFF4-FA3A863FA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C20B5E-42AD-BB68-BF65-5C51C8E4C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81A08E-55B8-C9D6-B197-D0A37D1C5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19DF90-ACC6-90D4-B8D8-5A104A13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6D44DD-CBAC-156A-C69E-033C88914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83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7044A-865B-CEB6-2B1A-C83FEFB6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0FEFD5-2685-B3ED-D8D7-EA0717508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9676B4-4E71-ACE9-B334-1E20ACEB4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2D2101-70C6-8BF5-B14F-7A84635B8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7A77D3-9AEB-8CF4-7AE3-1B7AF0BB2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86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E092F-226C-C2C3-9E73-5D4AEAFFE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558B6D-6C46-328C-1AF1-C06B2016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4EDB35-516F-8F7D-A280-DFFF22D40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7FECB7-E0E6-731B-965E-29A951B64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6C1570-DD1D-1B4A-F038-56434E87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99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D0AB1-64DC-E5CF-9A26-B43259F1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68CE46-377B-61AF-BE01-AF2984B78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DBD307-B537-429E-7860-07F90D14C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932B29-F11C-D7EA-B06E-6061EC1A4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F00DEA-9027-EF16-35A0-577E68699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BBE8A1-6F48-C1FB-0260-7C33F40F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98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F90B1-BE2B-1591-9A26-8338B3EB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1B1435-5FE7-CE1A-10E2-7BF0F5659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2E1CCE-E3FE-36B3-4987-C16EF2C9C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A03B6B-8952-AF03-7551-7CC4BBC991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295A20-C421-439B-55C2-6F970DEA1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061280-0A7A-7078-88DF-5F82029B8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6F33D9-D5A9-C906-90AE-F02CB449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AEF77D5-0716-F337-0C3A-3A10FD81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20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8B15DC-E8AA-E8C8-5721-2A1852698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932B35-1C41-40B6-227D-AD0FD2B0B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8A8982-0430-8463-3D7B-CF028B48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6AA18C-C9D1-41EE-4329-AED370F4E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473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09FE07-4990-C827-FE2F-C77C628B8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5E9124-B8F7-1C97-A0B7-68C747BE1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6A8AFE-B438-EFCB-4D96-085427B98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696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0134C-50AA-9F32-3EAA-F7137782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0C2A66-BCAB-2E71-2574-38BBD818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B7C309-2A66-BAF1-8C62-B3E81E0BC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47DA4A-3500-5A7F-B0CF-E93FFE019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07DE28-DDF8-73DD-C0DC-F1701F9C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695AFF-64B9-B67D-B32A-3CD13A2C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0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49EEC-0DDF-2BE7-7B4B-3FBBBD2E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4DC6447-77BB-203F-E477-26D4924C7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0E988E-FE3B-C1C6-F371-A8BB962A4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F0EC07-BB7E-EFAF-086B-ED0484F9A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38AF52-B69C-5A32-35CB-EBD4D84A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2AB35C-62DF-1A6A-4758-7FBB913C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303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7D2A05-56ED-6678-790A-8BB24914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9B5FFF-8FA1-2929-88B7-5FFAF73D2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3CC35B-55B7-50AC-2797-F858C324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519E8E-344A-57B8-6C95-05E9899A0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FFF1D7-DC5B-7BF8-C512-20F8627F2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790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E395D5C-8D9A-64B2-1551-E07C201D1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762394-2B89-472C-5BF3-F111DAC49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51EF3-5ABA-19F7-8764-FD4E7AA2D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06F896-686C-E0B9-2AA1-FA9A211B3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E7A858-21AB-D9A1-CFE0-72AA2B3F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84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80EE24-FC14-5DF2-7003-217091AC7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FF90B3-3CB8-A25D-116C-08E2EC857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1885C9-957C-C014-746C-55CE0517C7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F8CEA1-FBD8-2E11-9407-2E64CD85B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36530-2B0F-19B4-3025-77DFFF897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82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tags" Target="../tags/tag118.xml"/><Relationship Id="rId299" Type="http://schemas.openxmlformats.org/officeDocument/2006/relationships/tags" Target="../tags/tag300.xml"/><Relationship Id="rId21" Type="http://schemas.openxmlformats.org/officeDocument/2006/relationships/tags" Target="../tags/tag22.xml"/><Relationship Id="rId63" Type="http://schemas.openxmlformats.org/officeDocument/2006/relationships/tags" Target="../tags/tag64.xml"/><Relationship Id="rId159" Type="http://schemas.openxmlformats.org/officeDocument/2006/relationships/tags" Target="../tags/tag160.xml"/><Relationship Id="rId324" Type="http://schemas.openxmlformats.org/officeDocument/2006/relationships/tags" Target="../tags/tag325.xml"/><Relationship Id="rId366" Type="http://schemas.openxmlformats.org/officeDocument/2006/relationships/tags" Target="../tags/tag367.xml"/><Relationship Id="rId170" Type="http://schemas.openxmlformats.org/officeDocument/2006/relationships/tags" Target="../tags/tag171.xml"/><Relationship Id="rId226" Type="http://schemas.openxmlformats.org/officeDocument/2006/relationships/tags" Target="../tags/tag227.xml"/><Relationship Id="rId268" Type="http://schemas.openxmlformats.org/officeDocument/2006/relationships/tags" Target="../tags/tag269.xml"/><Relationship Id="rId32" Type="http://schemas.openxmlformats.org/officeDocument/2006/relationships/tags" Target="../tags/tag33.xml"/><Relationship Id="rId74" Type="http://schemas.openxmlformats.org/officeDocument/2006/relationships/tags" Target="../tags/tag75.xml"/><Relationship Id="rId128" Type="http://schemas.openxmlformats.org/officeDocument/2006/relationships/tags" Target="../tags/tag129.xml"/><Relationship Id="rId335" Type="http://schemas.openxmlformats.org/officeDocument/2006/relationships/tags" Target="../tags/tag336.xml"/><Relationship Id="rId377" Type="http://schemas.openxmlformats.org/officeDocument/2006/relationships/tags" Target="../tags/tag378.xml"/><Relationship Id="rId5" Type="http://schemas.openxmlformats.org/officeDocument/2006/relationships/tags" Target="../tags/tag6.xml"/><Relationship Id="rId181" Type="http://schemas.openxmlformats.org/officeDocument/2006/relationships/tags" Target="../tags/tag182.xml"/><Relationship Id="rId237" Type="http://schemas.openxmlformats.org/officeDocument/2006/relationships/tags" Target="../tags/tag238.xml"/><Relationship Id="rId402" Type="http://schemas.openxmlformats.org/officeDocument/2006/relationships/tags" Target="../tags/tag403.xml"/><Relationship Id="rId279" Type="http://schemas.openxmlformats.org/officeDocument/2006/relationships/tags" Target="../tags/tag280.xml"/><Relationship Id="rId43" Type="http://schemas.openxmlformats.org/officeDocument/2006/relationships/tags" Target="../tags/tag44.xml"/><Relationship Id="rId139" Type="http://schemas.openxmlformats.org/officeDocument/2006/relationships/tags" Target="../tags/tag140.xml"/><Relationship Id="rId290" Type="http://schemas.openxmlformats.org/officeDocument/2006/relationships/tags" Target="../tags/tag291.xml"/><Relationship Id="rId304" Type="http://schemas.openxmlformats.org/officeDocument/2006/relationships/tags" Target="../tags/tag305.xml"/><Relationship Id="rId346" Type="http://schemas.openxmlformats.org/officeDocument/2006/relationships/tags" Target="../tags/tag347.xml"/><Relationship Id="rId388" Type="http://schemas.openxmlformats.org/officeDocument/2006/relationships/tags" Target="../tags/tag389.xml"/><Relationship Id="rId85" Type="http://schemas.openxmlformats.org/officeDocument/2006/relationships/tags" Target="../tags/tag86.xml"/><Relationship Id="rId150" Type="http://schemas.openxmlformats.org/officeDocument/2006/relationships/tags" Target="../tags/tag151.xml"/><Relationship Id="rId192" Type="http://schemas.openxmlformats.org/officeDocument/2006/relationships/tags" Target="../tags/tag193.xml"/><Relationship Id="rId206" Type="http://schemas.openxmlformats.org/officeDocument/2006/relationships/tags" Target="../tags/tag207.xml"/><Relationship Id="rId248" Type="http://schemas.openxmlformats.org/officeDocument/2006/relationships/tags" Target="../tags/tag249.xml"/><Relationship Id="rId12" Type="http://schemas.openxmlformats.org/officeDocument/2006/relationships/tags" Target="../tags/tag13.xml"/><Relationship Id="rId108" Type="http://schemas.openxmlformats.org/officeDocument/2006/relationships/tags" Target="../tags/tag109.xml"/><Relationship Id="rId315" Type="http://schemas.openxmlformats.org/officeDocument/2006/relationships/tags" Target="../tags/tag316.xml"/><Relationship Id="rId357" Type="http://schemas.openxmlformats.org/officeDocument/2006/relationships/tags" Target="../tags/tag358.xml"/><Relationship Id="rId54" Type="http://schemas.openxmlformats.org/officeDocument/2006/relationships/tags" Target="../tags/tag55.xml"/><Relationship Id="rId96" Type="http://schemas.openxmlformats.org/officeDocument/2006/relationships/tags" Target="../tags/tag97.xml"/><Relationship Id="rId161" Type="http://schemas.openxmlformats.org/officeDocument/2006/relationships/tags" Target="../tags/tag162.xml"/><Relationship Id="rId217" Type="http://schemas.openxmlformats.org/officeDocument/2006/relationships/tags" Target="../tags/tag218.xml"/><Relationship Id="rId399" Type="http://schemas.openxmlformats.org/officeDocument/2006/relationships/tags" Target="../tags/tag400.xml"/><Relationship Id="rId259" Type="http://schemas.openxmlformats.org/officeDocument/2006/relationships/tags" Target="../tags/tag260.xml"/><Relationship Id="rId23" Type="http://schemas.openxmlformats.org/officeDocument/2006/relationships/tags" Target="../tags/tag24.xml"/><Relationship Id="rId119" Type="http://schemas.openxmlformats.org/officeDocument/2006/relationships/tags" Target="../tags/tag120.xml"/><Relationship Id="rId270" Type="http://schemas.openxmlformats.org/officeDocument/2006/relationships/tags" Target="../tags/tag271.xml"/><Relationship Id="rId326" Type="http://schemas.openxmlformats.org/officeDocument/2006/relationships/tags" Target="../tags/tag327.xml"/><Relationship Id="rId65" Type="http://schemas.openxmlformats.org/officeDocument/2006/relationships/tags" Target="../tags/tag66.xml"/><Relationship Id="rId130" Type="http://schemas.openxmlformats.org/officeDocument/2006/relationships/tags" Target="../tags/tag131.xml"/><Relationship Id="rId368" Type="http://schemas.openxmlformats.org/officeDocument/2006/relationships/tags" Target="../tags/tag369.xml"/><Relationship Id="rId172" Type="http://schemas.openxmlformats.org/officeDocument/2006/relationships/tags" Target="../tags/tag173.xml"/><Relationship Id="rId228" Type="http://schemas.openxmlformats.org/officeDocument/2006/relationships/tags" Target="../tags/tag229.xml"/><Relationship Id="rId281" Type="http://schemas.openxmlformats.org/officeDocument/2006/relationships/tags" Target="../tags/tag282.xml"/><Relationship Id="rId337" Type="http://schemas.openxmlformats.org/officeDocument/2006/relationships/tags" Target="../tags/tag338.xml"/><Relationship Id="rId34" Type="http://schemas.openxmlformats.org/officeDocument/2006/relationships/tags" Target="../tags/tag35.xml"/><Relationship Id="rId76" Type="http://schemas.openxmlformats.org/officeDocument/2006/relationships/tags" Target="../tags/tag77.xml"/><Relationship Id="rId141" Type="http://schemas.openxmlformats.org/officeDocument/2006/relationships/tags" Target="../tags/tag142.xml"/><Relationship Id="rId379" Type="http://schemas.openxmlformats.org/officeDocument/2006/relationships/tags" Target="../tags/tag380.xml"/><Relationship Id="rId7" Type="http://schemas.openxmlformats.org/officeDocument/2006/relationships/tags" Target="../tags/tag8.xml"/><Relationship Id="rId183" Type="http://schemas.openxmlformats.org/officeDocument/2006/relationships/tags" Target="../tags/tag184.xml"/><Relationship Id="rId239" Type="http://schemas.openxmlformats.org/officeDocument/2006/relationships/tags" Target="../tags/tag240.xml"/><Relationship Id="rId390" Type="http://schemas.openxmlformats.org/officeDocument/2006/relationships/tags" Target="../tags/tag391.xml"/><Relationship Id="rId404" Type="http://schemas.openxmlformats.org/officeDocument/2006/relationships/tags" Target="../tags/tag405.xml"/><Relationship Id="rId250" Type="http://schemas.openxmlformats.org/officeDocument/2006/relationships/tags" Target="../tags/tag251.xml"/><Relationship Id="rId292" Type="http://schemas.openxmlformats.org/officeDocument/2006/relationships/tags" Target="../tags/tag293.xml"/><Relationship Id="rId306" Type="http://schemas.openxmlformats.org/officeDocument/2006/relationships/tags" Target="../tags/tag307.xml"/><Relationship Id="rId45" Type="http://schemas.openxmlformats.org/officeDocument/2006/relationships/tags" Target="../tags/tag46.xml"/><Relationship Id="rId87" Type="http://schemas.openxmlformats.org/officeDocument/2006/relationships/tags" Target="../tags/tag88.xml"/><Relationship Id="rId110" Type="http://schemas.openxmlformats.org/officeDocument/2006/relationships/tags" Target="../tags/tag111.xml"/><Relationship Id="rId348" Type="http://schemas.openxmlformats.org/officeDocument/2006/relationships/tags" Target="../tags/tag349.xml"/><Relationship Id="rId152" Type="http://schemas.openxmlformats.org/officeDocument/2006/relationships/tags" Target="../tags/tag153.xml"/><Relationship Id="rId194" Type="http://schemas.openxmlformats.org/officeDocument/2006/relationships/tags" Target="../tags/tag195.xml"/><Relationship Id="rId208" Type="http://schemas.openxmlformats.org/officeDocument/2006/relationships/tags" Target="../tags/tag209.xml"/><Relationship Id="rId261" Type="http://schemas.openxmlformats.org/officeDocument/2006/relationships/tags" Target="../tags/tag262.xml"/><Relationship Id="rId14" Type="http://schemas.openxmlformats.org/officeDocument/2006/relationships/tags" Target="../tags/tag15.xml"/><Relationship Id="rId56" Type="http://schemas.openxmlformats.org/officeDocument/2006/relationships/tags" Target="../tags/tag57.xml"/><Relationship Id="rId317" Type="http://schemas.openxmlformats.org/officeDocument/2006/relationships/tags" Target="../tags/tag318.xml"/><Relationship Id="rId359" Type="http://schemas.openxmlformats.org/officeDocument/2006/relationships/tags" Target="../tags/tag360.xml"/><Relationship Id="rId98" Type="http://schemas.openxmlformats.org/officeDocument/2006/relationships/tags" Target="../tags/tag99.xml"/><Relationship Id="rId121" Type="http://schemas.openxmlformats.org/officeDocument/2006/relationships/tags" Target="../tags/tag122.xml"/><Relationship Id="rId163" Type="http://schemas.openxmlformats.org/officeDocument/2006/relationships/tags" Target="../tags/tag164.xml"/><Relationship Id="rId219" Type="http://schemas.openxmlformats.org/officeDocument/2006/relationships/tags" Target="../tags/tag220.xml"/><Relationship Id="rId370" Type="http://schemas.openxmlformats.org/officeDocument/2006/relationships/tags" Target="../tags/tag371.xml"/><Relationship Id="rId230" Type="http://schemas.openxmlformats.org/officeDocument/2006/relationships/tags" Target="../tags/tag231.xml"/><Relationship Id="rId25" Type="http://schemas.openxmlformats.org/officeDocument/2006/relationships/tags" Target="../tags/tag26.xml"/><Relationship Id="rId67" Type="http://schemas.openxmlformats.org/officeDocument/2006/relationships/tags" Target="../tags/tag68.xml"/><Relationship Id="rId272" Type="http://schemas.openxmlformats.org/officeDocument/2006/relationships/tags" Target="../tags/tag273.xml"/><Relationship Id="rId328" Type="http://schemas.openxmlformats.org/officeDocument/2006/relationships/tags" Target="../tags/tag329.xml"/><Relationship Id="rId132" Type="http://schemas.openxmlformats.org/officeDocument/2006/relationships/tags" Target="../tags/tag133.xml"/><Relationship Id="rId174" Type="http://schemas.openxmlformats.org/officeDocument/2006/relationships/tags" Target="../tags/tag175.xml"/><Relationship Id="rId381" Type="http://schemas.openxmlformats.org/officeDocument/2006/relationships/tags" Target="../tags/tag382.xml"/><Relationship Id="rId241" Type="http://schemas.openxmlformats.org/officeDocument/2006/relationships/tags" Target="../tags/tag242.xml"/><Relationship Id="rId36" Type="http://schemas.openxmlformats.org/officeDocument/2006/relationships/tags" Target="../tags/tag37.xml"/><Relationship Id="rId283" Type="http://schemas.openxmlformats.org/officeDocument/2006/relationships/tags" Target="../tags/tag284.xml"/><Relationship Id="rId339" Type="http://schemas.openxmlformats.org/officeDocument/2006/relationships/tags" Target="../tags/tag340.xml"/><Relationship Id="rId78" Type="http://schemas.openxmlformats.org/officeDocument/2006/relationships/tags" Target="../tags/tag79.xml"/><Relationship Id="rId101" Type="http://schemas.openxmlformats.org/officeDocument/2006/relationships/tags" Target="../tags/tag102.xml"/><Relationship Id="rId143" Type="http://schemas.openxmlformats.org/officeDocument/2006/relationships/tags" Target="../tags/tag144.xml"/><Relationship Id="rId185" Type="http://schemas.openxmlformats.org/officeDocument/2006/relationships/tags" Target="../tags/tag186.xml"/><Relationship Id="rId350" Type="http://schemas.openxmlformats.org/officeDocument/2006/relationships/tags" Target="../tags/tag351.xml"/><Relationship Id="rId406" Type="http://schemas.openxmlformats.org/officeDocument/2006/relationships/tags" Target="../tags/tag407.xml"/><Relationship Id="rId9" Type="http://schemas.openxmlformats.org/officeDocument/2006/relationships/tags" Target="../tags/tag10.xml"/><Relationship Id="rId210" Type="http://schemas.openxmlformats.org/officeDocument/2006/relationships/tags" Target="../tags/tag211.xml"/><Relationship Id="rId392" Type="http://schemas.openxmlformats.org/officeDocument/2006/relationships/tags" Target="../tags/tag393.xml"/><Relationship Id="rId252" Type="http://schemas.openxmlformats.org/officeDocument/2006/relationships/tags" Target="../tags/tag253.xml"/><Relationship Id="rId294" Type="http://schemas.openxmlformats.org/officeDocument/2006/relationships/tags" Target="../tags/tag295.xml"/><Relationship Id="rId308" Type="http://schemas.openxmlformats.org/officeDocument/2006/relationships/tags" Target="../tags/tag309.xml"/><Relationship Id="rId47" Type="http://schemas.openxmlformats.org/officeDocument/2006/relationships/tags" Target="../tags/tag48.xml"/><Relationship Id="rId89" Type="http://schemas.openxmlformats.org/officeDocument/2006/relationships/tags" Target="../tags/tag90.xml"/><Relationship Id="rId112" Type="http://schemas.openxmlformats.org/officeDocument/2006/relationships/tags" Target="../tags/tag113.xml"/><Relationship Id="rId154" Type="http://schemas.openxmlformats.org/officeDocument/2006/relationships/tags" Target="../tags/tag155.xml"/><Relationship Id="rId361" Type="http://schemas.openxmlformats.org/officeDocument/2006/relationships/tags" Target="../tags/tag362.xml"/><Relationship Id="rId196" Type="http://schemas.openxmlformats.org/officeDocument/2006/relationships/tags" Target="../tags/tag197.xml"/><Relationship Id="rId16" Type="http://schemas.openxmlformats.org/officeDocument/2006/relationships/tags" Target="../tags/tag17.xml"/><Relationship Id="rId221" Type="http://schemas.openxmlformats.org/officeDocument/2006/relationships/tags" Target="../tags/tag222.xml"/><Relationship Id="rId263" Type="http://schemas.openxmlformats.org/officeDocument/2006/relationships/tags" Target="../tags/tag264.xml"/><Relationship Id="rId319" Type="http://schemas.openxmlformats.org/officeDocument/2006/relationships/tags" Target="../tags/tag320.xml"/><Relationship Id="rId58" Type="http://schemas.openxmlformats.org/officeDocument/2006/relationships/tags" Target="../tags/tag59.xml"/><Relationship Id="rId123" Type="http://schemas.openxmlformats.org/officeDocument/2006/relationships/tags" Target="../tags/tag124.xml"/><Relationship Id="rId330" Type="http://schemas.openxmlformats.org/officeDocument/2006/relationships/tags" Target="../tags/tag331.xml"/><Relationship Id="rId165" Type="http://schemas.openxmlformats.org/officeDocument/2006/relationships/tags" Target="../tags/tag166.xml"/><Relationship Id="rId372" Type="http://schemas.openxmlformats.org/officeDocument/2006/relationships/tags" Target="../tags/tag373.xml"/><Relationship Id="rId211" Type="http://schemas.openxmlformats.org/officeDocument/2006/relationships/tags" Target="../tags/tag212.xml"/><Relationship Id="rId232" Type="http://schemas.openxmlformats.org/officeDocument/2006/relationships/tags" Target="../tags/tag233.xml"/><Relationship Id="rId253" Type="http://schemas.openxmlformats.org/officeDocument/2006/relationships/tags" Target="../tags/tag254.xml"/><Relationship Id="rId274" Type="http://schemas.openxmlformats.org/officeDocument/2006/relationships/tags" Target="../tags/tag275.xml"/><Relationship Id="rId295" Type="http://schemas.openxmlformats.org/officeDocument/2006/relationships/tags" Target="../tags/tag296.xml"/><Relationship Id="rId309" Type="http://schemas.openxmlformats.org/officeDocument/2006/relationships/tags" Target="../tags/tag310.xml"/><Relationship Id="rId27" Type="http://schemas.openxmlformats.org/officeDocument/2006/relationships/tags" Target="../tags/tag28.xml"/><Relationship Id="rId48" Type="http://schemas.openxmlformats.org/officeDocument/2006/relationships/tags" Target="../tags/tag49.xml"/><Relationship Id="rId69" Type="http://schemas.openxmlformats.org/officeDocument/2006/relationships/tags" Target="../tags/tag70.xml"/><Relationship Id="rId113" Type="http://schemas.openxmlformats.org/officeDocument/2006/relationships/tags" Target="../tags/tag114.xml"/><Relationship Id="rId134" Type="http://schemas.openxmlformats.org/officeDocument/2006/relationships/tags" Target="../tags/tag135.xml"/><Relationship Id="rId320" Type="http://schemas.openxmlformats.org/officeDocument/2006/relationships/tags" Target="../tags/tag321.xml"/><Relationship Id="rId80" Type="http://schemas.openxmlformats.org/officeDocument/2006/relationships/tags" Target="../tags/tag81.xml"/><Relationship Id="rId155" Type="http://schemas.openxmlformats.org/officeDocument/2006/relationships/tags" Target="../tags/tag156.xml"/><Relationship Id="rId176" Type="http://schemas.openxmlformats.org/officeDocument/2006/relationships/tags" Target="../tags/tag177.xml"/><Relationship Id="rId197" Type="http://schemas.openxmlformats.org/officeDocument/2006/relationships/tags" Target="../tags/tag198.xml"/><Relationship Id="rId341" Type="http://schemas.openxmlformats.org/officeDocument/2006/relationships/tags" Target="../tags/tag342.xml"/><Relationship Id="rId362" Type="http://schemas.openxmlformats.org/officeDocument/2006/relationships/tags" Target="../tags/tag363.xml"/><Relationship Id="rId383" Type="http://schemas.openxmlformats.org/officeDocument/2006/relationships/tags" Target="../tags/tag384.xml"/><Relationship Id="rId201" Type="http://schemas.openxmlformats.org/officeDocument/2006/relationships/tags" Target="../tags/tag202.xml"/><Relationship Id="rId222" Type="http://schemas.openxmlformats.org/officeDocument/2006/relationships/tags" Target="../tags/tag223.xml"/><Relationship Id="rId243" Type="http://schemas.openxmlformats.org/officeDocument/2006/relationships/tags" Target="../tags/tag244.xml"/><Relationship Id="rId264" Type="http://schemas.openxmlformats.org/officeDocument/2006/relationships/tags" Target="../tags/tag265.xml"/><Relationship Id="rId285" Type="http://schemas.openxmlformats.org/officeDocument/2006/relationships/tags" Target="../tags/tag286.xml"/><Relationship Id="rId17" Type="http://schemas.openxmlformats.org/officeDocument/2006/relationships/tags" Target="../tags/tag18.xml"/><Relationship Id="rId38" Type="http://schemas.openxmlformats.org/officeDocument/2006/relationships/tags" Target="../tags/tag39.xml"/><Relationship Id="rId59" Type="http://schemas.openxmlformats.org/officeDocument/2006/relationships/tags" Target="../tags/tag60.xml"/><Relationship Id="rId103" Type="http://schemas.openxmlformats.org/officeDocument/2006/relationships/tags" Target="../tags/tag104.xml"/><Relationship Id="rId124" Type="http://schemas.openxmlformats.org/officeDocument/2006/relationships/tags" Target="../tags/tag125.xml"/><Relationship Id="rId310" Type="http://schemas.openxmlformats.org/officeDocument/2006/relationships/tags" Target="../tags/tag311.xml"/><Relationship Id="rId70" Type="http://schemas.openxmlformats.org/officeDocument/2006/relationships/tags" Target="../tags/tag71.xml"/><Relationship Id="rId91" Type="http://schemas.openxmlformats.org/officeDocument/2006/relationships/tags" Target="../tags/tag92.xml"/><Relationship Id="rId145" Type="http://schemas.openxmlformats.org/officeDocument/2006/relationships/tags" Target="../tags/tag146.xml"/><Relationship Id="rId166" Type="http://schemas.openxmlformats.org/officeDocument/2006/relationships/tags" Target="../tags/tag167.xml"/><Relationship Id="rId187" Type="http://schemas.openxmlformats.org/officeDocument/2006/relationships/tags" Target="../tags/tag188.xml"/><Relationship Id="rId331" Type="http://schemas.openxmlformats.org/officeDocument/2006/relationships/tags" Target="../tags/tag332.xml"/><Relationship Id="rId352" Type="http://schemas.openxmlformats.org/officeDocument/2006/relationships/tags" Target="../tags/tag353.xml"/><Relationship Id="rId373" Type="http://schemas.openxmlformats.org/officeDocument/2006/relationships/tags" Target="../tags/tag374.xml"/><Relationship Id="rId394" Type="http://schemas.openxmlformats.org/officeDocument/2006/relationships/tags" Target="../tags/tag395.xml"/><Relationship Id="rId408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212" Type="http://schemas.openxmlformats.org/officeDocument/2006/relationships/tags" Target="../tags/tag213.xml"/><Relationship Id="rId233" Type="http://schemas.openxmlformats.org/officeDocument/2006/relationships/tags" Target="../tags/tag234.xml"/><Relationship Id="rId254" Type="http://schemas.openxmlformats.org/officeDocument/2006/relationships/tags" Target="../tags/tag255.xml"/><Relationship Id="rId28" Type="http://schemas.openxmlformats.org/officeDocument/2006/relationships/tags" Target="../tags/tag29.xml"/><Relationship Id="rId49" Type="http://schemas.openxmlformats.org/officeDocument/2006/relationships/tags" Target="../tags/tag50.xml"/><Relationship Id="rId114" Type="http://schemas.openxmlformats.org/officeDocument/2006/relationships/tags" Target="../tags/tag115.xml"/><Relationship Id="rId275" Type="http://schemas.openxmlformats.org/officeDocument/2006/relationships/tags" Target="../tags/tag276.xml"/><Relationship Id="rId296" Type="http://schemas.openxmlformats.org/officeDocument/2006/relationships/tags" Target="../tags/tag297.xml"/><Relationship Id="rId300" Type="http://schemas.openxmlformats.org/officeDocument/2006/relationships/tags" Target="../tags/tag301.xml"/><Relationship Id="rId60" Type="http://schemas.openxmlformats.org/officeDocument/2006/relationships/tags" Target="../tags/tag61.xml"/><Relationship Id="rId81" Type="http://schemas.openxmlformats.org/officeDocument/2006/relationships/tags" Target="../tags/tag82.xml"/><Relationship Id="rId135" Type="http://schemas.openxmlformats.org/officeDocument/2006/relationships/tags" Target="../tags/tag136.xml"/><Relationship Id="rId156" Type="http://schemas.openxmlformats.org/officeDocument/2006/relationships/tags" Target="../tags/tag157.xml"/><Relationship Id="rId177" Type="http://schemas.openxmlformats.org/officeDocument/2006/relationships/tags" Target="../tags/tag178.xml"/><Relationship Id="rId198" Type="http://schemas.openxmlformats.org/officeDocument/2006/relationships/tags" Target="../tags/tag199.xml"/><Relationship Id="rId321" Type="http://schemas.openxmlformats.org/officeDocument/2006/relationships/tags" Target="../tags/tag322.xml"/><Relationship Id="rId342" Type="http://schemas.openxmlformats.org/officeDocument/2006/relationships/tags" Target="../tags/tag343.xml"/><Relationship Id="rId363" Type="http://schemas.openxmlformats.org/officeDocument/2006/relationships/tags" Target="../tags/tag364.xml"/><Relationship Id="rId384" Type="http://schemas.openxmlformats.org/officeDocument/2006/relationships/tags" Target="../tags/tag385.xml"/><Relationship Id="rId202" Type="http://schemas.openxmlformats.org/officeDocument/2006/relationships/tags" Target="../tags/tag203.xml"/><Relationship Id="rId223" Type="http://schemas.openxmlformats.org/officeDocument/2006/relationships/tags" Target="../tags/tag224.xml"/><Relationship Id="rId244" Type="http://schemas.openxmlformats.org/officeDocument/2006/relationships/tags" Target="../tags/tag245.xml"/><Relationship Id="rId18" Type="http://schemas.openxmlformats.org/officeDocument/2006/relationships/tags" Target="../tags/tag19.xml"/><Relationship Id="rId39" Type="http://schemas.openxmlformats.org/officeDocument/2006/relationships/tags" Target="../tags/tag40.xml"/><Relationship Id="rId265" Type="http://schemas.openxmlformats.org/officeDocument/2006/relationships/tags" Target="../tags/tag266.xml"/><Relationship Id="rId286" Type="http://schemas.openxmlformats.org/officeDocument/2006/relationships/tags" Target="../tags/tag287.xml"/><Relationship Id="rId50" Type="http://schemas.openxmlformats.org/officeDocument/2006/relationships/tags" Target="../tags/tag51.xml"/><Relationship Id="rId104" Type="http://schemas.openxmlformats.org/officeDocument/2006/relationships/tags" Target="../tags/tag105.xml"/><Relationship Id="rId125" Type="http://schemas.openxmlformats.org/officeDocument/2006/relationships/tags" Target="../tags/tag126.xml"/><Relationship Id="rId146" Type="http://schemas.openxmlformats.org/officeDocument/2006/relationships/tags" Target="../tags/tag147.xml"/><Relationship Id="rId167" Type="http://schemas.openxmlformats.org/officeDocument/2006/relationships/tags" Target="../tags/tag168.xml"/><Relationship Id="rId188" Type="http://schemas.openxmlformats.org/officeDocument/2006/relationships/tags" Target="../tags/tag189.xml"/><Relationship Id="rId311" Type="http://schemas.openxmlformats.org/officeDocument/2006/relationships/tags" Target="../tags/tag312.xml"/><Relationship Id="rId332" Type="http://schemas.openxmlformats.org/officeDocument/2006/relationships/tags" Target="../tags/tag333.xml"/><Relationship Id="rId353" Type="http://schemas.openxmlformats.org/officeDocument/2006/relationships/tags" Target="../tags/tag354.xml"/><Relationship Id="rId374" Type="http://schemas.openxmlformats.org/officeDocument/2006/relationships/tags" Target="../tags/tag375.xml"/><Relationship Id="rId395" Type="http://schemas.openxmlformats.org/officeDocument/2006/relationships/tags" Target="../tags/tag396.xml"/><Relationship Id="rId71" Type="http://schemas.openxmlformats.org/officeDocument/2006/relationships/tags" Target="../tags/tag72.xml"/><Relationship Id="rId92" Type="http://schemas.openxmlformats.org/officeDocument/2006/relationships/tags" Target="../tags/tag93.xml"/><Relationship Id="rId213" Type="http://schemas.openxmlformats.org/officeDocument/2006/relationships/tags" Target="../tags/tag214.xml"/><Relationship Id="rId234" Type="http://schemas.openxmlformats.org/officeDocument/2006/relationships/tags" Target="../tags/tag235.xml"/><Relationship Id="rId2" Type="http://schemas.openxmlformats.org/officeDocument/2006/relationships/tags" Target="../tags/tag3.xml"/><Relationship Id="rId29" Type="http://schemas.openxmlformats.org/officeDocument/2006/relationships/tags" Target="../tags/tag30.xml"/><Relationship Id="rId255" Type="http://schemas.openxmlformats.org/officeDocument/2006/relationships/tags" Target="../tags/tag256.xml"/><Relationship Id="rId276" Type="http://schemas.openxmlformats.org/officeDocument/2006/relationships/tags" Target="../tags/tag277.xml"/><Relationship Id="rId297" Type="http://schemas.openxmlformats.org/officeDocument/2006/relationships/tags" Target="../tags/tag298.xml"/><Relationship Id="rId40" Type="http://schemas.openxmlformats.org/officeDocument/2006/relationships/tags" Target="../tags/tag41.xml"/><Relationship Id="rId115" Type="http://schemas.openxmlformats.org/officeDocument/2006/relationships/tags" Target="../tags/tag116.xml"/><Relationship Id="rId136" Type="http://schemas.openxmlformats.org/officeDocument/2006/relationships/tags" Target="../tags/tag137.xml"/><Relationship Id="rId157" Type="http://schemas.openxmlformats.org/officeDocument/2006/relationships/tags" Target="../tags/tag158.xml"/><Relationship Id="rId178" Type="http://schemas.openxmlformats.org/officeDocument/2006/relationships/tags" Target="../tags/tag179.xml"/><Relationship Id="rId301" Type="http://schemas.openxmlformats.org/officeDocument/2006/relationships/tags" Target="../tags/tag302.xml"/><Relationship Id="rId322" Type="http://schemas.openxmlformats.org/officeDocument/2006/relationships/tags" Target="../tags/tag323.xml"/><Relationship Id="rId343" Type="http://schemas.openxmlformats.org/officeDocument/2006/relationships/tags" Target="../tags/tag344.xml"/><Relationship Id="rId364" Type="http://schemas.openxmlformats.org/officeDocument/2006/relationships/tags" Target="../tags/tag365.xml"/><Relationship Id="rId61" Type="http://schemas.openxmlformats.org/officeDocument/2006/relationships/tags" Target="../tags/tag62.xml"/><Relationship Id="rId82" Type="http://schemas.openxmlformats.org/officeDocument/2006/relationships/tags" Target="../tags/tag83.xml"/><Relationship Id="rId199" Type="http://schemas.openxmlformats.org/officeDocument/2006/relationships/tags" Target="../tags/tag200.xml"/><Relationship Id="rId203" Type="http://schemas.openxmlformats.org/officeDocument/2006/relationships/tags" Target="../tags/tag204.xml"/><Relationship Id="rId385" Type="http://schemas.openxmlformats.org/officeDocument/2006/relationships/tags" Target="../tags/tag386.xml"/><Relationship Id="rId19" Type="http://schemas.openxmlformats.org/officeDocument/2006/relationships/tags" Target="../tags/tag20.xml"/><Relationship Id="rId224" Type="http://schemas.openxmlformats.org/officeDocument/2006/relationships/tags" Target="../tags/tag225.xml"/><Relationship Id="rId245" Type="http://schemas.openxmlformats.org/officeDocument/2006/relationships/tags" Target="../tags/tag246.xml"/><Relationship Id="rId266" Type="http://schemas.openxmlformats.org/officeDocument/2006/relationships/tags" Target="../tags/tag267.xml"/><Relationship Id="rId287" Type="http://schemas.openxmlformats.org/officeDocument/2006/relationships/tags" Target="../tags/tag288.xml"/><Relationship Id="rId30" Type="http://schemas.openxmlformats.org/officeDocument/2006/relationships/tags" Target="../tags/tag31.xml"/><Relationship Id="rId105" Type="http://schemas.openxmlformats.org/officeDocument/2006/relationships/tags" Target="../tags/tag106.xml"/><Relationship Id="rId126" Type="http://schemas.openxmlformats.org/officeDocument/2006/relationships/tags" Target="../tags/tag127.xml"/><Relationship Id="rId147" Type="http://schemas.openxmlformats.org/officeDocument/2006/relationships/tags" Target="../tags/tag148.xml"/><Relationship Id="rId168" Type="http://schemas.openxmlformats.org/officeDocument/2006/relationships/tags" Target="../tags/tag169.xml"/><Relationship Id="rId312" Type="http://schemas.openxmlformats.org/officeDocument/2006/relationships/tags" Target="../tags/tag313.xml"/><Relationship Id="rId333" Type="http://schemas.openxmlformats.org/officeDocument/2006/relationships/tags" Target="../tags/tag334.xml"/><Relationship Id="rId354" Type="http://schemas.openxmlformats.org/officeDocument/2006/relationships/tags" Target="../tags/tag355.xml"/><Relationship Id="rId51" Type="http://schemas.openxmlformats.org/officeDocument/2006/relationships/tags" Target="../tags/tag52.xml"/><Relationship Id="rId72" Type="http://schemas.openxmlformats.org/officeDocument/2006/relationships/tags" Target="../tags/tag73.xml"/><Relationship Id="rId93" Type="http://schemas.openxmlformats.org/officeDocument/2006/relationships/tags" Target="../tags/tag94.xml"/><Relationship Id="rId189" Type="http://schemas.openxmlformats.org/officeDocument/2006/relationships/tags" Target="../tags/tag190.xml"/><Relationship Id="rId375" Type="http://schemas.openxmlformats.org/officeDocument/2006/relationships/tags" Target="../tags/tag376.xml"/><Relationship Id="rId396" Type="http://schemas.openxmlformats.org/officeDocument/2006/relationships/tags" Target="../tags/tag397.xml"/><Relationship Id="rId3" Type="http://schemas.openxmlformats.org/officeDocument/2006/relationships/tags" Target="../tags/tag4.xml"/><Relationship Id="rId214" Type="http://schemas.openxmlformats.org/officeDocument/2006/relationships/tags" Target="../tags/tag215.xml"/><Relationship Id="rId235" Type="http://schemas.openxmlformats.org/officeDocument/2006/relationships/tags" Target="../tags/tag236.xml"/><Relationship Id="rId256" Type="http://schemas.openxmlformats.org/officeDocument/2006/relationships/tags" Target="../tags/tag257.xml"/><Relationship Id="rId277" Type="http://schemas.openxmlformats.org/officeDocument/2006/relationships/tags" Target="../tags/tag278.xml"/><Relationship Id="rId298" Type="http://schemas.openxmlformats.org/officeDocument/2006/relationships/tags" Target="../tags/tag299.xml"/><Relationship Id="rId400" Type="http://schemas.openxmlformats.org/officeDocument/2006/relationships/tags" Target="../tags/tag401.xml"/><Relationship Id="rId116" Type="http://schemas.openxmlformats.org/officeDocument/2006/relationships/tags" Target="../tags/tag117.xml"/><Relationship Id="rId137" Type="http://schemas.openxmlformats.org/officeDocument/2006/relationships/tags" Target="../tags/tag138.xml"/><Relationship Id="rId158" Type="http://schemas.openxmlformats.org/officeDocument/2006/relationships/tags" Target="../tags/tag159.xml"/><Relationship Id="rId302" Type="http://schemas.openxmlformats.org/officeDocument/2006/relationships/tags" Target="../tags/tag303.xml"/><Relationship Id="rId323" Type="http://schemas.openxmlformats.org/officeDocument/2006/relationships/tags" Target="../tags/tag324.xml"/><Relationship Id="rId344" Type="http://schemas.openxmlformats.org/officeDocument/2006/relationships/tags" Target="../tags/tag345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62" Type="http://schemas.openxmlformats.org/officeDocument/2006/relationships/tags" Target="../tags/tag63.xml"/><Relationship Id="rId83" Type="http://schemas.openxmlformats.org/officeDocument/2006/relationships/tags" Target="../tags/tag84.xml"/><Relationship Id="rId179" Type="http://schemas.openxmlformats.org/officeDocument/2006/relationships/tags" Target="../tags/tag180.xml"/><Relationship Id="rId365" Type="http://schemas.openxmlformats.org/officeDocument/2006/relationships/tags" Target="../tags/tag366.xml"/><Relationship Id="rId386" Type="http://schemas.openxmlformats.org/officeDocument/2006/relationships/tags" Target="../tags/tag387.xml"/><Relationship Id="rId190" Type="http://schemas.openxmlformats.org/officeDocument/2006/relationships/tags" Target="../tags/tag191.xml"/><Relationship Id="rId204" Type="http://schemas.openxmlformats.org/officeDocument/2006/relationships/tags" Target="../tags/tag205.xml"/><Relationship Id="rId225" Type="http://schemas.openxmlformats.org/officeDocument/2006/relationships/tags" Target="../tags/tag226.xml"/><Relationship Id="rId246" Type="http://schemas.openxmlformats.org/officeDocument/2006/relationships/tags" Target="../tags/tag247.xml"/><Relationship Id="rId267" Type="http://schemas.openxmlformats.org/officeDocument/2006/relationships/tags" Target="../tags/tag268.xml"/><Relationship Id="rId288" Type="http://schemas.openxmlformats.org/officeDocument/2006/relationships/tags" Target="../tags/tag289.xml"/><Relationship Id="rId106" Type="http://schemas.openxmlformats.org/officeDocument/2006/relationships/tags" Target="../tags/tag107.xml"/><Relationship Id="rId127" Type="http://schemas.openxmlformats.org/officeDocument/2006/relationships/tags" Target="../tags/tag128.xml"/><Relationship Id="rId313" Type="http://schemas.openxmlformats.org/officeDocument/2006/relationships/tags" Target="../tags/tag314.xml"/><Relationship Id="rId10" Type="http://schemas.openxmlformats.org/officeDocument/2006/relationships/tags" Target="../tags/tag11.xml"/><Relationship Id="rId31" Type="http://schemas.openxmlformats.org/officeDocument/2006/relationships/tags" Target="../tags/tag32.xml"/><Relationship Id="rId52" Type="http://schemas.openxmlformats.org/officeDocument/2006/relationships/tags" Target="../tags/tag53.xml"/><Relationship Id="rId73" Type="http://schemas.openxmlformats.org/officeDocument/2006/relationships/tags" Target="../tags/tag74.xml"/><Relationship Id="rId94" Type="http://schemas.openxmlformats.org/officeDocument/2006/relationships/tags" Target="../tags/tag95.xml"/><Relationship Id="rId148" Type="http://schemas.openxmlformats.org/officeDocument/2006/relationships/tags" Target="../tags/tag149.xml"/><Relationship Id="rId169" Type="http://schemas.openxmlformats.org/officeDocument/2006/relationships/tags" Target="../tags/tag170.xml"/><Relationship Id="rId334" Type="http://schemas.openxmlformats.org/officeDocument/2006/relationships/tags" Target="../tags/tag335.xml"/><Relationship Id="rId355" Type="http://schemas.openxmlformats.org/officeDocument/2006/relationships/tags" Target="../tags/tag356.xml"/><Relationship Id="rId376" Type="http://schemas.openxmlformats.org/officeDocument/2006/relationships/tags" Target="../tags/tag377.xml"/><Relationship Id="rId397" Type="http://schemas.openxmlformats.org/officeDocument/2006/relationships/tags" Target="../tags/tag398.xml"/><Relationship Id="rId4" Type="http://schemas.openxmlformats.org/officeDocument/2006/relationships/tags" Target="../tags/tag5.xml"/><Relationship Id="rId180" Type="http://schemas.openxmlformats.org/officeDocument/2006/relationships/tags" Target="../tags/tag181.xml"/><Relationship Id="rId215" Type="http://schemas.openxmlformats.org/officeDocument/2006/relationships/tags" Target="../tags/tag216.xml"/><Relationship Id="rId236" Type="http://schemas.openxmlformats.org/officeDocument/2006/relationships/tags" Target="../tags/tag237.xml"/><Relationship Id="rId257" Type="http://schemas.openxmlformats.org/officeDocument/2006/relationships/tags" Target="../tags/tag258.xml"/><Relationship Id="rId278" Type="http://schemas.openxmlformats.org/officeDocument/2006/relationships/tags" Target="../tags/tag279.xml"/><Relationship Id="rId401" Type="http://schemas.openxmlformats.org/officeDocument/2006/relationships/tags" Target="../tags/tag402.xml"/><Relationship Id="rId303" Type="http://schemas.openxmlformats.org/officeDocument/2006/relationships/tags" Target="../tags/tag304.xml"/><Relationship Id="rId42" Type="http://schemas.openxmlformats.org/officeDocument/2006/relationships/tags" Target="../tags/tag43.xml"/><Relationship Id="rId84" Type="http://schemas.openxmlformats.org/officeDocument/2006/relationships/tags" Target="../tags/tag85.xml"/><Relationship Id="rId138" Type="http://schemas.openxmlformats.org/officeDocument/2006/relationships/tags" Target="../tags/tag139.xml"/><Relationship Id="rId345" Type="http://schemas.openxmlformats.org/officeDocument/2006/relationships/tags" Target="../tags/tag346.xml"/><Relationship Id="rId387" Type="http://schemas.openxmlformats.org/officeDocument/2006/relationships/tags" Target="../tags/tag388.xml"/><Relationship Id="rId191" Type="http://schemas.openxmlformats.org/officeDocument/2006/relationships/tags" Target="../tags/tag192.xml"/><Relationship Id="rId205" Type="http://schemas.openxmlformats.org/officeDocument/2006/relationships/tags" Target="../tags/tag206.xml"/><Relationship Id="rId247" Type="http://schemas.openxmlformats.org/officeDocument/2006/relationships/tags" Target="../tags/tag248.xml"/><Relationship Id="rId107" Type="http://schemas.openxmlformats.org/officeDocument/2006/relationships/tags" Target="../tags/tag108.xml"/><Relationship Id="rId289" Type="http://schemas.openxmlformats.org/officeDocument/2006/relationships/tags" Target="../tags/tag290.xml"/><Relationship Id="rId11" Type="http://schemas.openxmlformats.org/officeDocument/2006/relationships/tags" Target="../tags/tag12.xml"/><Relationship Id="rId53" Type="http://schemas.openxmlformats.org/officeDocument/2006/relationships/tags" Target="../tags/tag54.xml"/><Relationship Id="rId149" Type="http://schemas.openxmlformats.org/officeDocument/2006/relationships/tags" Target="../tags/tag150.xml"/><Relationship Id="rId314" Type="http://schemas.openxmlformats.org/officeDocument/2006/relationships/tags" Target="../tags/tag315.xml"/><Relationship Id="rId356" Type="http://schemas.openxmlformats.org/officeDocument/2006/relationships/tags" Target="../tags/tag357.xml"/><Relationship Id="rId398" Type="http://schemas.openxmlformats.org/officeDocument/2006/relationships/tags" Target="../tags/tag399.xml"/><Relationship Id="rId95" Type="http://schemas.openxmlformats.org/officeDocument/2006/relationships/tags" Target="../tags/tag96.xml"/><Relationship Id="rId160" Type="http://schemas.openxmlformats.org/officeDocument/2006/relationships/tags" Target="../tags/tag161.xml"/><Relationship Id="rId216" Type="http://schemas.openxmlformats.org/officeDocument/2006/relationships/tags" Target="../tags/tag217.xml"/><Relationship Id="rId258" Type="http://schemas.openxmlformats.org/officeDocument/2006/relationships/tags" Target="../tags/tag259.xml"/><Relationship Id="rId22" Type="http://schemas.openxmlformats.org/officeDocument/2006/relationships/tags" Target="../tags/tag23.xml"/><Relationship Id="rId64" Type="http://schemas.openxmlformats.org/officeDocument/2006/relationships/tags" Target="../tags/tag65.xml"/><Relationship Id="rId118" Type="http://schemas.openxmlformats.org/officeDocument/2006/relationships/tags" Target="../tags/tag119.xml"/><Relationship Id="rId325" Type="http://schemas.openxmlformats.org/officeDocument/2006/relationships/tags" Target="../tags/tag326.xml"/><Relationship Id="rId367" Type="http://schemas.openxmlformats.org/officeDocument/2006/relationships/tags" Target="../tags/tag368.xml"/><Relationship Id="rId171" Type="http://schemas.openxmlformats.org/officeDocument/2006/relationships/tags" Target="../tags/tag172.xml"/><Relationship Id="rId227" Type="http://schemas.openxmlformats.org/officeDocument/2006/relationships/tags" Target="../tags/tag228.xml"/><Relationship Id="rId269" Type="http://schemas.openxmlformats.org/officeDocument/2006/relationships/tags" Target="../tags/tag270.xml"/><Relationship Id="rId33" Type="http://schemas.openxmlformats.org/officeDocument/2006/relationships/tags" Target="../tags/tag34.xml"/><Relationship Id="rId129" Type="http://schemas.openxmlformats.org/officeDocument/2006/relationships/tags" Target="../tags/tag130.xml"/><Relationship Id="rId280" Type="http://schemas.openxmlformats.org/officeDocument/2006/relationships/tags" Target="../tags/tag281.xml"/><Relationship Id="rId336" Type="http://schemas.openxmlformats.org/officeDocument/2006/relationships/tags" Target="../tags/tag337.xml"/><Relationship Id="rId75" Type="http://schemas.openxmlformats.org/officeDocument/2006/relationships/tags" Target="../tags/tag76.xml"/><Relationship Id="rId140" Type="http://schemas.openxmlformats.org/officeDocument/2006/relationships/tags" Target="../tags/tag141.xml"/><Relationship Id="rId182" Type="http://schemas.openxmlformats.org/officeDocument/2006/relationships/tags" Target="../tags/tag183.xml"/><Relationship Id="rId378" Type="http://schemas.openxmlformats.org/officeDocument/2006/relationships/tags" Target="../tags/tag379.xml"/><Relationship Id="rId403" Type="http://schemas.openxmlformats.org/officeDocument/2006/relationships/tags" Target="../tags/tag404.xml"/><Relationship Id="rId6" Type="http://schemas.openxmlformats.org/officeDocument/2006/relationships/tags" Target="../tags/tag7.xml"/><Relationship Id="rId238" Type="http://schemas.openxmlformats.org/officeDocument/2006/relationships/tags" Target="../tags/tag239.xml"/><Relationship Id="rId291" Type="http://schemas.openxmlformats.org/officeDocument/2006/relationships/tags" Target="../tags/tag292.xml"/><Relationship Id="rId305" Type="http://schemas.openxmlformats.org/officeDocument/2006/relationships/tags" Target="../tags/tag306.xml"/><Relationship Id="rId347" Type="http://schemas.openxmlformats.org/officeDocument/2006/relationships/tags" Target="../tags/tag348.xml"/><Relationship Id="rId44" Type="http://schemas.openxmlformats.org/officeDocument/2006/relationships/tags" Target="../tags/tag45.xml"/><Relationship Id="rId86" Type="http://schemas.openxmlformats.org/officeDocument/2006/relationships/tags" Target="../tags/tag87.xml"/><Relationship Id="rId151" Type="http://schemas.openxmlformats.org/officeDocument/2006/relationships/tags" Target="../tags/tag152.xml"/><Relationship Id="rId389" Type="http://schemas.openxmlformats.org/officeDocument/2006/relationships/tags" Target="../tags/tag390.xml"/><Relationship Id="rId193" Type="http://schemas.openxmlformats.org/officeDocument/2006/relationships/tags" Target="../tags/tag194.xml"/><Relationship Id="rId207" Type="http://schemas.openxmlformats.org/officeDocument/2006/relationships/tags" Target="../tags/tag208.xml"/><Relationship Id="rId249" Type="http://schemas.openxmlformats.org/officeDocument/2006/relationships/tags" Target="../tags/tag250.xml"/><Relationship Id="rId13" Type="http://schemas.openxmlformats.org/officeDocument/2006/relationships/tags" Target="../tags/tag14.xml"/><Relationship Id="rId109" Type="http://schemas.openxmlformats.org/officeDocument/2006/relationships/tags" Target="../tags/tag110.xml"/><Relationship Id="rId260" Type="http://schemas.openxmlformats.org/officeDocument/2006/relationships/tags" Target="../tags/tag261.xml"/><Relationship Id="rId316" Type="http://schemas.openxmlformats.org/officeDocument/2006/relationships/tags" Target="../tags/tag317.xml"/><Relationship Id="rId55" Type="http://schemas.openxmlformats.org/officeDocument/2006/relationships/tags" Target="../tags/tag56.xml"/><Relationship Id="rId97" Type="http://schemas.openxmlformats.org/officeDocument/2006/relationships/tags" Target="../tags/tag98.xml"/><Relationship Id="rId120" Type="http://schemas.openxmlformats.org/officeDocument/2006/relationships/tags" Target="../tags/tag121.xml"/><Relationship Id="rId358" Type="http://schemas.openxmlformats.org/officeDocument/2006/relationships/tags" Target="../tags/tag359.xml"/><Relationship Id="rId162" Type="http://schemas.openxmlformats.org/officeDocument/2006/relationships/tags" Target="../tags/tag163.xml"/><Relationship Id="rId218" Type="http://schemas.openxmlformats.org/officeDocument/2006/relationships/tags" Target="../tags/tag219.xml"/><Relationship Id="rId271" Type="http://schemas.openxmlformats.org/officeDocument/2006/relationships/tags" Target="../tags/tag272.xml"/><Relationship Id="rId24" Type="http://schemas.openxmlformats.org/officeDocument/2006/relationships/tags" Target="../tags/tag25.xml"/><Relationship Id="rId66" Type="http://schemas.openxmlformats.org/officeDocument/2006/relationships/tags" Target="../tags/tag67.xml"/><Relationship Id="rId131" Type="http://schemas.openxmlformats.org/officeDocument/2006/relationships/tags" Target="../tags/tag132.xml"/><Relationship Id="rId327" Type="http://schemas.openxmlformats.org/officeDocument/2006/relationships/tags" Target="../tags/tag328.xml"/><Relationship Id="rId369" Type="http://schemas.openxmlformats.org/officeDocument/2006/relationships/tags" Target="../tags/tag370.xml"/><Relationship Id="rId173" Type="http://schemas.openxmlformats.org/officeDocument/2006/relationships/tags" Target="../tags/tag174.xml"/><Relationship Id="rId229" Type="http://schemas.openxmlformats.org/officeDocument/2006/relationships/tags" Target="../tags/tag230.xml"/><Relationship Id="rId380" Type="http://schemas.openxmlformats.org/officeDocument/2006/relationships/tags" Target="../tags/tag381.xml"/><Relationship Id="rId240" Type="http://schemas.openxmlformats.org/officeDocument/2006/relationships/tags" Target="../tags/tag241.xml"/><Relationship Id="rId35" Type="http://schemas.openxmlformats.org/officeDocument/2006/relationships/tags" Target="../tags/tag36.xml"/><Relationship Id="rId77" Type="http://schemas.openxmlformats.org/officeDocument/2006/relationships/tags" Target="../tags/tag78.xml"/><Relationship Id="rId100" Type="http://schemas.openxmlformats.org/officeDocument/2006/relationships/tags" Target="../tags/tag101.xml"/><Relationship Id="rId282" Type="http://schemas.openxmlformats.org/officeDocument/2006/relationships/tags" Target="../tags/tag283.xml"/><Relationship Id="rId338" Type="http://schemas.openxmlformats.org/officeDocument/2006/relationships/tags" Target="../tags/tag339.xml"/><Relationship Id="rId8" Type="http://schemas.openxmlformats.org/officeDocument/2006/relationships/tags" Target="../tags/tag9.xml"/><Relationship Id="rId142" Type="http://schemas.openxmlformats.org/officeDocument/2006/relationships/tags" Target="../tags/tag143.xml"/><Relationship Id="rId184" Type="http://schemas.openxmlformats.org/officeDocument/2006/relationships/tags" Target="../tags/tag185.xml"/><Relationship Id="rId391" Type="http://schemas.openxmlformats.org/officeDocument/2006/relationships/tags" Target="../tags/tag392.xml"/><Relationship Id="rId405" Type="http://schemas.openxmlformats.org/officeDocument/2006/relationships/tags" Target="../tags/tag406.xml"/><Relationship Id="rId251" Type="http://schemas.openxmlformats.org/officeDocument/2006/relationships/tags" Target="../tags/tag252.xml"/><Relationship Id="rId46" Type="http://schemas.openxmlformats.org/officeDocument/2006/relationships/tags" Target="../tags/tag47.xml"/><Relationship Id="rId293" Type="http://schemas.openxmlformats.org/officeDocument/2006/relationships/tags" Target="../tags/tag294.xml"/><Relationship Id="rId307" Type="http://schemas.openxmlformats.org/officeDocument/2006/relationships/tags" Target="../tags/tag308.xml"/><Relationship Id="rId349" Type="http://schemas.openxmlformats.org/officeDocument/2006/relationships/tags" Target="../tags/tag350.xml"/><Relationship Id="rId88" Type="http://schemas.openxmlformats.org/officeDocument/2006/relationships/tags" Target="../tags/tag89.xml"/><Relationship Id="rId111" Type="http://schemas.openxmlformats.org/officeDocument/2006/relationships/tags" Target="../tags/tag112.xml"/><Relationship Id="rId153" Type="http://schemas.openxmlformats.org/officeDocument/2006/relationships/tags" Target="../tags/tag154.xml"/><Relationship Id="rId195" Type="http://schemas.openxmlformats.org/officeDocument/2006/relationships/tags" Target="../tags/tag196.xml"/><Relationship Id="rId209" Type="http://schemas.openxmlformats.org/officeDocument/2006/relationships/tags" Target="../tags/tag210.xml"/><Relationship Id="rId360" Type="http://schemas.openxmlformats.org/officeDocument/2006/relationships/tags" Target="../tags/tag361.xml"/><Relationship Id="rId220" Type="http://schemas.openxmlformats.org/officeDocument/2006/relationships/tags" Target="../tags/tag221.xml"/><Relationship Id="rId15" Type="http://schemas.openxmlformats.org/officeDocument/2006/relationships/tags" Target="../tags/tag16.xml"/><Relationship Id="rId57" Type="http://schemas.openxmlformats.org/officeDocument/2006/relationships/tags" Target="../tags/tag58.xml"/><Relationship Id="rId262" Type="http://schemas.openxmlformats.org/officeDocument/2006/relationships/tags" Target="../tags/tag263.xml"/><Relationship Id="rId318" Type="http://schemas.openxmlformats.org/officeDocument/2006/relationships/tags" Target="../tags/tag319.xml"/><Relationship Id="rId99" Type="http://schemas.openxmlformats.org/officeDocument/2006/relationships/tags" Target="../tags/tag100.xml"/><Relationship Id="rId122" Type="http://schemas.openxmlformats.org/officeDocument/2006/relationships/tags" Target="../tags/tag123.xml"/><Relationship Id="rId164" Type="http://schemas.openxmlformats.org/officeDocument/2006/relationships/tags" Target="../tags/tag165.xml"/><Relationship Id="rId371" Type="http://schemas.openxmlformats.org/officeDocument/2006/relationships/tags" Target="../tags/tag372.xml"/><Relationship Id="rId26" Type="http://schemas.openxmlformats.org/officeDocument/2006/relationships/tags" Target="../tags/tag27.xml"/><Relationship Id="rId231" Type="http://schemas.openxmlformats.org/officeDocument/2006/relationships/tags" Target="../tags/tag232.xml"/><Relationship Id="rId273" Type="http://schemas.openxmlformats.org/officeDocument/2006/relationships/tags" Target="../tags/tag274.xml"/><Relationship Id="rId329" Type="http://schemas.openxmlformats.org/officeDocument/2006/relationships/tags" Target="../tags/tag330.xml"/><Relationship Id="rId68" Type="http://schemas.openxmlformats.org/officeDocument/2006/relationships/tags" Target="../tags/tag69.xml"/><Relationship Id="rId133" Type="http://schemas.openxmlformats.org/officeDocument/2006/relationships/tags" Target="../tags/tag134.xml"/><Relationship Id="rId175" Type="http://schemas.openxmlformats.org/officeDocument/2006/relationships/tags" Target="../tags/tag176.xml"/><Relationship Id="rId340" Type="http://schemas.openxmlformats.org/officeDocument/2006/relationships/tags" Target="../tags/tag341.xml"/><Relationship Id="rId200" Type="http://schemas.openxmlformats.org/officeDocument/2006/relationships/tags" Target="../tags/tag201.xml"/><Relationship Id="rId382" Type="http://schemas.openxmlformats.org/officeDocument/2006/relationships/tags" Target="../tags/tag383.xml"/><Relationship Id="rId242" Type="http://schemas.openxmlformats.org/officeDocument/2006/relationships/tags" Target="../tags/tag243.xml"/><Relationship Id="rId284" Type="http://schemas.openxmlformats.org/officeDocument/2006/relationships/tags" Target="../tags/tag285.xml"/><Relationship Id="rId37" Type="http://schemas.openxmlformats.org/officeDocument/2006/relationships/tags" Target="../tags/tag38.xml"/><Relationship Id="rId79" Type="http://schemas.openxmlformats.org/officeDocument/2006/relationships/tags" Target="../tags/tag80.xml"/><Relationship Id="rId102" Type="http://schemas.openxmlformats.org/officeDocument/2006/relationships/tags" Target="../tags/tag103.xml"/><Relationship Id="rId144" Type="http://schemas.openxmlformats.org/officeDocument/2006/relationships/tags" Target="../tags/tag145.xml"/><Relationship Id="rId90" Type="http://schemas.openxmlformats.org/officeDocument/2006/relationships/tags" Target="../tags/tag91.xml"/><Relationship Id="rId186" Type="http://schemas.openxmlformats.org/officeDocument/2006/relationships/tags" Target="../tags/tag187.xml"/><Relationship Id="rId351" Type="http://schemas.openxmlformats.org/officeDocument/2006/relationships/tags" Target="../tags/tag352.xml"/><Relationship Id="rId393" Type="http://schemas.openxmlformats.org/officeDocument/2006/relationships/tags" Target="../tags/tag394.xml"/><Relationship Id="rId407" Type="http://schemas.openxmlformats.org/officeDocument/2006/relationships/tags" Target="../tags/tag4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TTERN-Surv-H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N_shape_001_rect">
            <a:extLst>
              <a:ext uri="{FF2B5EF4-FFF2-40B4-BE49-F238E27FC236}">
                <a16:creationId xmlns:a16="http://schemas.microsoft.com/office/drawing/2014/main" id="{FDC146D9-5958-D311-8531-8F93ECA16F9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438752"/>
            <a:ext cx="12192000" cy="59804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PN_shape_002_rect">
            <a:extLst>
              <a:ext uri="{FF2B5EF4-FFF2-40B4-BE49-F238E27FC236}">
                <a16:creationId xmlns:a16="http://schemas.microsoft.com/office/drawing/2014/main" id="{99E347A9-A626-AC20-3199-7831BDA24DB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79672" y="656924"/>
            <a:ext cx="2759242" cy="5325979"/>
          </a:xfrm>
          <a:prstGeom prst="rect">
            <a:avLst/>
          </a:prstGeom>
          <a:solidFill>
            <a:srgbClr val="FFFFFF"/>
          </a:solidFill>
          <a:ln w="22459" cap="flat" cmpd="sng" algn="ctr">
            <a:solidFill>
              <a:srgbClr val="7F8A94"/>
            </a:solidFill>
            <a:prstDash val="dashDot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PN_shape_003_rect">
            <a:extLst>
              <a:ext uri="{FF2B5EF4-FFF2-40B4-BE49-F238E27FC236}">
                <a16:creationId xmlns:a16="http://schemas.microsoft.com/office/drawing/2014/main" id="{C08A797E-0FD2-79BA-9C0F-F8D1B3660D9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067251" y="656924"/>
            <a:ext cx="3336757" cy="5325979"/>
          </a:xfrm>
          <a:prstGeom prst="rect">
            <a:avLst/>
          </a:prstGeom>
          <a:solidFill>
            <a:srgbClr val="FFFFFF"/>
          </a:solidFill>
          <a:ln w="22459" cap="flat" cmpd="sng" algn="ctr">
            <a:solidFill>
              <a:srgbClr val="7F8A94"/>
            </a:solidFill>
            <a:prstDash val="dashDot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PN_shape_004_rect">
            <a:extLst>
              <a:ext uri="{FF2B5EF4-FFF2-40B4-BE49-F238E27FC236}">
                <a16:creationId xmlns:a16="http://schemas.microsoft.com/office/drawing/2014/main" id="{8A1E531E-E997-AE55-05C1-FA827A44C4A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532345" y="656924"/>
            <a:ext cx="2759243" cy="5325979"/>
          </a:xfrm>
          <a:prstGeom prst="rect">
            <a:avLst/>
          </a:prstGeom>
          <a:solidFill>
            <a:srgbClr val="FFFFFF"/>
          </a:solidFill>
          <a:ln w="22459" cap="flat" cmpd="sng" algn="ctr">
            <a:solidFill>
              <a:srgbClr val="7F8A94"/>
            </a:solidFill>
            <a:prstDash val="dashDot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PN_shape_005_rect">
            <a:extLst>
              <a:ext uri="{FF2B5EF4-FFF2-40B4-BE49-F238E27FC236}">
                <a16:creationId xmlns:a16="http://schemas.microsoft.com/office/drawing/2014/main" id="{7ED48FED-8AB7-1674-2196-BDFEBE4CD02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9419924" y="656924"/>
            <a:ext cx="2592405" cy="5325979"/>
          </a:xfrm>
          <a:prstGeom prst="rect">
            <a:avLst/>
          </a:prstGeom>
          <a:solidFill>
            <a:srgbClr val="FFFFFF"/>
          </a:solidFill>
          <a:ln w="22459" cap="flat" cmpd="sng" algn="ctr">
            <a:solidFill>
              <a:srgbClr val="7F8A94"/>
            </a:solidFill>
            <a:prstDash val="dashDot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PN_text_006_text">
            <a:extLst>
              <a:ext uri="{FF2B5EF4-FFF2-40B4-BE49-F238E27FC236}">
                <a16:creationId xmlns:a16="http://schemas.microsoft.com/office/drawing/2014/main" id="{0128FBFB-F230-7264-A94E-6B0F2C22E42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74410" y="775764"/>
            <a:ext cx="1769765" cy="29645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415" b="1">
                <a:solidFill>
                  <a:srgbClr val="20262D"/>
                </a:solidFill>
                <a:latin typeface="Times New Roman" panose="02020603050405020304" pitchFamily="18" charset="0"/>
              </a:rPr>
              <a:t>a  Inputs and encoders</a:t>
            </a:r>
            <a:endParaRPr lang="zh-CN" altLang="en-US" sz="1415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PN_text_007_text">
            <a:extLst>
              <a:ext uri="{FF2B5EF4-FFF2-40B4-BE49-F238E27FC236}">
                <a16:creationId xmlns:a16="http://schemas.microsoft.com/office/drawing/2014/main" id="{DABF031E-FE86-DE4D-28CF-A8457D34E51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895986" y="775764"/>
            <a:ext cx="1679288" cy="29645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415" b="1">
                <a:solidFill>
                  <a:srgbClr val="20262D"/>
                </a:solidFill>
                <a:latin typeface="Times New Roman" panose="02020603050405020304" pitchFamily="18" charset="0"/>
              </a:rPr>
              <a:t>b  Residual Deep Sets</a:t>
            </a:r>
            <a:endParaRPr lang="zh-CN" altLang="en-US" sz="1415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PN_text_008_text">
            <a:extLst>
              <a:ext uri="{FF2B5EF4-FFF2-40B4-BE49-F238E27FC236}">
                <a16:creationId xmlns:a16="http://schemas.microsoft.com/office/drawing/2014/main" id="{10EAD9CA-A8FF-88EC-11A4-5044C5D4F13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719717" y="775764"/>
            <a:ext cx="2384498" cy="29645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415" b="1">
                <a:solidFill>
                  <a:srgbClr val="20262D"/>
                </a:solidFill>
                <a:latin typeface="Times New Roman" panose="02020603050405020304" pitchFamily="18" charset="0"/>
              </a:rPr>
              <a:t>c  Residual fusion and training</a:t>
            </a:r>
            <a:endParaRPr lang="zh-CN" altLang="en-US" sz="1415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PN_text_009_text">
            <a:extLst>
              <a:ext uri="{FF2B5EF4-FFF2-40B4-BE49-F238E27FC236}">
                <a16:creationId xmlns:a16="http://schemas.microsoft.com/office/drawing/2014/main" id="{647B6EF2-B255-9347-514A-89240A2DFA9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9973723" y="775764"/>
            <a:ext cx="1484807" cy="29645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415" b="1">
                <a:solidFill>
                  <a:srgbClr val="20262D"/>
                </a:solidFill>
                <a:latin typeface="Times New Roman" panose="02020603050405020304" pitchFamily="18" charset="0"/>
              </a:rPr>
              <a:t>d  Prediction paths</a:t>
            </a:r>
            <a:endParaRPr lang="zh-CN" altLang="en-US" sz="1415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" name="010_path_0">
            <a:extLst>
              <a:ext uri="{FF2B5EF4-FFF2-40B4-BE49-F238E27FC236}">
                <a16:creationId xmlns:a16="http://schemas.microsoft.com/office/drawing/2014/main" id="{4106D8B4-D639-2349-963F-8BDAC32BB602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2861912" y="1054768"/>
            <a:ext cx="3798771" cy="1572128"/>
          </a:xfrm>
          <a:custGeom>
            <a:avLst/>
            <a:gdLst/>
            <a:ahLst/>
            <a:cxnLst/>
            <a:rect l="0" t="0" r="0" b="0"/>
            <a:pathLst>
              <a:path w="3798771" h="1572128">
                <a:moveTo>
                  <a:pt x="0" y="718687"/>
                </a:moveTo>
                <a:lnTo>
                  <a:pt x="141170" y="718687"/>
                </a:lnTo>
                <a:lnTo>
                  <a:pt x="141170" y="0"/>
                </a:lnTo>
                <a:lnTo>
                  <a:pt x="3773102" y="0"/>
                </a:lnTo>
                <a:lnTo>
                  <a:pt x="3773102" y="1572127"/>
                </a:lnTo>
                <a:lnTo>
                  <a:pt x="3798770" y="1572127"/>
                </a:lnTo>
              </a:path>
            </a:pathLst>
          </a:custGeom>
          <a:ln w="1524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010_path_arrow_0">
            <a:extLst>
              <a:ext uri="{FF2B5EF4-FFF2-40B4-BE49-F238E27FC236}">
                <a16:creationId xmlns:a16="http://schemas.microsoft.com/office/drawing/2014/main" id="{BE2F9996-A80F-3F0D-6521-A020D4EB592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626541" y="2599623"/>
            <a:ext cx="77002" cy="54543"/>
          </a:xfrm>
          <a:custGeom>
            <a:avLst/>
            <a:gdLst>
              <a:gd name="csX0" fmla="*/ 77002 w 77002"/>
              <a:gd name="csY0" fmla="*/ 27272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2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014_path_0">
            <a:extLst>
              <a:ext uri="{FF2B5EF4-FFF2-40B4-BE49-F238E27FC236}">
                <a16:creationId xmlns:a16="http://schemas.microsoft.com/office/drawing/2014/main" id="{7B4F9B52-6880-3B19-89EF-0BDEF5538A7F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6307755" y="2966987"/>
            <a:ext cx="397845" cy="558266"/>
          </a:xfrm>
          <a:custGeom>
            <a:avLst/>
            <a:gdLst>
              <a:gd name="csX0" fmla="*/ 0 w 397845"/>
              <a:gd name="csY0" fmla="*/ 0 h 558266"/>
              <a:gd name="csX1" fmla="*/ 301593 w 397845"/>
              <a:gd name="csY1" fmla="*/ 0 h 558266"/>
              <a:gd name="csX2" fmla="*/ 301593 w 397845"/>
              <a:gd name="csY2" fmla="*/ 558266 h 558266"/>
              <a:gd name="csX3" fmla="*/ 397845 w 397845"/>
              <a:gd name="csY3" fmla="*/ 558266 h 5582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7845" h="558266">
                <a:moveTo>
                  <a:pt x="0" y="0"/>
                </a:moveTo>
                <a:lnTo>
                  <a:pt x="301593" y="0"/>
                </a:lnTo>
                <a:lnTo>
                  <a:pt x="301593" y="558266"/>
                </a:lnTo>
                <a:lnTo>
                  <a:pt x="397845" y="558266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014_path_arrow_0">
            <a:extLst>
              <a:ext uri="{FF2B5EF4-FFF2-40B4-BE49-F238E27FC236}">
                <a16:creationId xmlns:a16="http://schemas.microsoft.com/office/drawing/2014/main" id="{F0555DE1-F276-2C42-8E73-702E8354B89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652409" y="3495600"/>
            <a:ext cx="77002" cy="54543"/>
          </a:xfrm>
          <a:custGeom>
            <a:avLst/>
            <a:gdLst>
              <a:gd name="csX0" fmla="*/ 77002 w 77002"/>
              <a:gd name="csY0" fmla="*/ 27271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1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N_text_015_text">
            <a:extLst>
              <a:ext uri="{FF2B5EF4-FFF2-40B4-BE49-F238E27FC236}">
                <a16:creationId xmlns:a16="http://schemas.microsoft.com/office/drawing/2014/main" id="{77FCCA79-3226-46E5-DAA0-B0FF1DE17800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72177" y="1074468"/>
            <a:ext cx="1004236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1162" b="1">
                <a:solidFill>
                  <a:srgbClr val="2E6F9E"/>
                </a:solidFill>
                <a:latin typeface="Times New Roman" panose="02020603050405020304" pitchFamily="18" charset="0"/>
              </a:rPr>
              <a:t>Clinical anchor</a:t>
            </a:r>
            <a:endParaRPr lang="zh-CN" altLang="en-US" sz="1162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PN_shape_016_rect">
            <a:extLst>
              <a:ext uri="{FF2B5EF4-FFF2-40B4-BE49-F238E27FC236}">
                <a16:creationId xmlns:a16="http://schemas.microsoft.com/office/drawing/2014/main" id="{47BF3C77-1A9E-4E43-DEED-8FD975E4E37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2177" y="1305025"/>
            <a:ext cx="988193" cy="96252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2" name="017_path_0">
            <a:extLst>
              <a:ext uri="{FF2B5EF4-FFF2-40B4-BE49-F238E27FC236}">
                <a16:creationId xmlns:a16="http://schemas.microsoft.com/office/drawing/2014/main" id="{3D1938A7-A31C-87F2-7CDB-41B95819DBBD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474846" y="1349943"/>
            <a:ext cx="693020" cy="718688"/>
          </a:xfrm>
          <a:custGeom>
            <a:avLst/>
            <a:gdLst/>
            <a:ahLst/>
            <a:cxnLst/>
            <a:rect l="0" t="0" r="0" b="0"/>
            <a:pathLst>
              <a:path w="693020" h="718688">
                <a:moveTo>
                  <a:pt x="269508" y="12834"/>
                </a:moveTo>
                <a:cubicBezTo>
                  <a:pt x="128337" y="19251"/>
                  <a:pt x="25668" y="115503"/>
                  <a:pt x="12834" y="250257"/>
                </a:cubicBezTo>
                <a:cubicBezTo>
                  <a:pt x="0" y="365760"/>
                  <a:pt x="51335" y="462013"/>
                  <a:pt x="141171" y="519764"/>
                </a:cubicBezTo>
                <a:lnTo>
                  <a:pt x="134754" y="603183"/>
                </a:lnTo>
                <a:cubicBezTo>
                  <a:pt x="128337" y="654518"/>
                  <a:pt x="102670" y="686602"/>
                  <a:pt x="77002" y="718687"/>
                </a:cubicBezTo>
                <a:lnTo>
                  <a:pt x="359343" y="718687"/>
                </a:lnTo>
                <a:lnTo>
                  <a:pt x="372177" y="596766"/>
                </a:lnTo>
                <a:cubicBezTo>
                  <a:pt x="455596" y="571099"/>
                  <a:pt x="513348" y="513348"/>
                  <a:pt x="532598" y="436345"/>
                </a:cubicBezTo>
                <a:lnTo>
                  <a:pt x="641684" y="417095"/>
                </a:lnTo>
                <a:cubicBezTo>
                  <a:pt x="680186" y="410678"/>
                  <a:pt x="693019" y="378594"/>
                  <a:pt x="667352" y="352927"/>
                </a:cubicBezTo>
                <a:lnTo>
                  <a:pt x="622434" y="308009"/>
                </a:lnTo>
                <a:cubicBezTo>
                  <a:pt x="648101" y="231006"/>
                  <a:pt x="616017" y="147587"/>
                  <a:pt x="551849" y="89836"/>
                </a:cubicBezTo>
                <a:cubicBezTo>
                  <a:pt x="481263" y="32084"/>
                  <a:pt x="372177" y="0"/>
                  <a:pt x="269508" y="12834"/>
                </a:cubicBezTo>
                <a:close/>
              </a:path>
            </a:pathLst>
          </a:custGeom>
          <a:solidFill>
            <a:srgbClr val="F4F8FA"/>
          </a:solidFill>
          <a:ln w="16684">
            <a:solidFill>
              <a:srgbClr val="285F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018_path_0">
            <a:extLst>
              <a:ext uri="{FF2B5EF4-FFF2-40B4-BE49-F238E27FC236}">
                <a16:creationId xmlns:a16="http://schemas.microsoft.com/office/drawing/2014/main" id="{DF0B2FD6-E390-E9C3-80EC-C496B06572E3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39015" y="1401278"/>
            <a:ext cx="365761" cy="417096"/>
          </a:xfrm>
          <a:custGeom>
            <a:avLst/>
            <a:gdLst/>
            <a:ahLst/>
            <a:cxnLst/>
            <a:rect l="0" t="0" r="0" b="0"/>
            <a:pathLst>
              <a:path w="365761" h="417096">
                <a:moveTo>
                  <a:pt x="173254" y="6417"/>
                </a:moveTo>
                <a:cubicBezTo>
                  <a:pt x="64168" y="32084"/>
                  <a:pt x="0" y="115503"/>
                  <a:pt x="6417" y="218173"/>
                </a:cubicBezTo>
                <a:cubicBezTo>
                  <a:pt x="12833" y="308008"/>
                  <a:pt x="64168" y="365760"/>
                  <a:pt x="134753" y="391427"/>
                </a:cubicBezTo>
                <a:cubicBezTo>
                  <a:pt x="205339" y="417095"/>
                  <a:pt x="288758" y="385010"/>
                  <a:pt x="327259" y="327259"/>
                </a:cubicBezTo>
                <a:cubicBezTo>
                  <a:pt x="365760" y="269507"/>
                  <a:pt x="359343" y="173255"/>
                  <a:pt x="314425" y="96252"/>
                </a:cubicBezTo>
                <a:cubicBezTo>
                  <a:pt x="282341" y="38501"/>
                  <a:pt x="231006" y="0"/>
                  <a:pt x="173254" y="6417"/>
                </a:cubicBezTo>
                <a:close/>
              </a:path>
            </a:pathLst>
          </a:custGeom>
          <a:solidFill>
            <a:srgbClr val="DCEAF2"/>
          </a:solidFill>
          <a:ln w="10909">
            <a:solidFill>
              <a:srgbClr val="7398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019_path_0">
            <a:extLst>
              <a:ext uri="{FF2B5EF4-FFF2-40B4-BE49-F238E27FC236}">
                <a16:creationId xmlns:a16="http://schemas.microsoft.com/office/drawing/2014/main" id="{A36A381D-814E-EAF9-F611-1FC8A10ECC1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03183" y="1478280"/>
            <a:ext cx="115504" cy="57753"/>
          </a:xfrm>
          <a:custGeom>
            <a:avLst/>
            <a:gdLst/>
            <a:ahLst/>
            <a:cxnLst/>
            <a:rect l="0" t="0" r="0" b="0"/>
            <a:pathLst>
              <a:path w="115504" h="57753">
                <a:moveTo>
                  <a:pt x="0" y="57752"/>
                </a:moveTo>
                <a:cubicBezTo>
                  <a:pt x="32084" y="12834"/>
                  <a:pt x="77002" y="0"/>
                  <a:pt x="115503" y="25667"/>
                </a:cubicBezTo>
              </a:path>
            </a:pathLst>
          </a:custGeom>
          <a:ln w="8984">
            <a:solidFill>
              <a:srgbClr val="9EB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019_path_1">
            <a:extLst>
              <a:ext uri="{FF2B5EF4-FFF2-40B4-BE49-F238E27FC236}">
                <a16:creationId xmlns:a16="http://schemas.microsoft.com/office/drawing/2014/main" id="{80969AA1-C101-640B-120D-6605B2B599F4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583933" y="1568116"/>
            <a:ext cx="141171" cy="44919"/>
          </a:xfrm>
          <a:custGeom>
            <a:avLst/>
            <a:gdLst/>
            <a:ahLst/>
            <a:cxnLst/>
            <a:rect l="0" t="0" r="0" b="0"/>
            <a:pathLst>
              <a:path w="141171" h="44919">
                <a:moveTo>
                  <a:pt x="0" y="44918"/>
                </a:moveTo>
                <a:cubicBezTo>
                  <a:pt x="44918" y="0"/>
                  <a:pt x="96252" y="0"/>
                  <a:pt x="141170" y="32084"/>
                </a:cubicBezTo>
              </a:path>
            </a:pathLst>
          </a:custGeom>
          <a:ln w="8984">
            <a:solidFill>
              <a:srgbClr val="9EB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019_path_2">
            <a:extLst>
              <a:ext uri="{FF2B5EF4-FFF2-40B4-BE49-F238E27FC236}">
                <a16:creationId xmlns:a16="http://schemas.microsoft.com/office/drawing/2014/main" id="{DF1915E7-C346-CE3C-AD57-6E6939B52927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622434" y="1657952"/>
            <a:ext cx="154005" cy="44919"/>
          </a:xfrm>
          <a:custGeom>
            <a:avLst/>
            <a:gdLst/>
            <a:ahLst/>
            <a:cxnLst/>
            <a:rect l="0" t="0" r="0" b="0"/>
            <a:pathLst>
              <a:path w="154005" h="44919">
                <a:moveTo>
                  <a:pt x="0" y="38501"/>
                </a:moveTo>
                <a:cubicBezTo>
                  <a:pt x="51334" y="0"/>
                  <a:pt x="102669" y="6416"/>
                  <a:pt x="154004" y="44918"/>
                </a:cubicBezTo>
              </a:path>
            </a:pathLst>
          </a:custGeom>
          <a:ln w="8984">
            <a:solidFill>
              <a:srgbClr val="9EB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019_path_3">
            <a:extLst>
              <a:ext uri="{FF2B5EF4-FFF2-40B4-BE49-F238E27FC236}">
                <a16:creationId xmlns:a16="http://schemas.microsoft.com/office/drawing/2014/main" id="{D6AFD2B5-0AAC-5479-645C-05CD15E2907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44354" y="1452613"/>
            <a:ext cx="51335" cy="128337"/>
          </a:xfrm>
          <a:custGeom>
            <a:avLst/>
            <a:gdLst/>
            <a:ahLst/>
            <a:cxnLst/>
            <a:rect l="0" t="0" r="0" b="0"/>
            <a:pathLst>
              <a:path w="51335" h="128337">
                <a:moveTo>
                  <a:pt x="0" y="0"/>
                </a:moveTo>
                <a:cubicBezTo>
                  <a:pt x="38501" y="38501"/>
                  <a:pt x="51334" y="83419"/>
                  <a:pt x="38501" y="128336"/>
                </a:cubicBezTo>
              </a:path>
            </a:pathLst>
          </a:custGeom>
          <a:ln w="8984">
            <a:solidFill>
              <a:srgbClr val="9EB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020_path_0">
            <a:extLst>
              <a:ext uri="{FF2B5EF4-FFF2-40B4-BE49-F238E27FC236}">
                <a16:creationId xmlns:a16="http://schemas.microsoft.com/office/drawing/2014/main" id="{05C6DDA6-F2FA-E9E1-E45D-6217C6439B56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872691" y="1529615"/>
            <a:ext cx="211756" cy="115504"/>
          </a:xfrm>
          <a:custGeom>
            <a:avLst/>
            <a:gdLst/>
            <a:ahLst/>
            <a:cxnLst/>
            <a:rect l="0" t="0" r="0" b="0"/>
            <a:pathLst>
              <a:path w="211756" h="115504">
                <a:moveTo>
                  <a:pt x="0" y="12833"/>
                </a:moveTo>
                <a:cubicBezTo>
                  <a:pt x="77002" y="0"/>
                  <a:pt x="154004" y="25667"/>
                  <a:pt x="211755" y="70585"/>
                </a:cubicBezTo>
                <a:lnTo>
                  <a:pt x="166837" y="115503"/>
                </a:lnTo>
                <a:lnTo>
                  <a:pt x="38501" y="109086"/>
                </a:lnTo>
                <a:close/>
              </a:path>
            </a:pathLst>
          </a:custGeom>
          <a:solidFill>
            <a:srgbClr val="DCEFEE"/>
          </a:solidFill>
          <a:ln w="10909">
            <a:solidFill>
              <a:srgbClr val="4E8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021_path_0">
            <a:extLst>
              <a:ext uri="{FF2B5EF4-FFF2-40B4-BE49-F238E27FC236}">
                <a16:creationId xmlns:a16="http://schemas.microsoft.com/office/drawing/2014/main" id="{00E76855-B76D-F121-EB6B-3389DC4BA6C7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891941" y="1657952"/>
            <a:ext cx="186089" cy="83419"/>
          </a:xfrm>
          <a:custGeom>
            <a:avLst/>
            <a:gdLst/>
            <a:ahLst/>
            <a:cxnLst/>
            <a:rect l="0" t="0" r="0" b="0"/>
            <a:pathLst>
              <a:path w="186089" h="83419">
                <a:moveTo>
                  <a:pt x="6417" y="6416"/>
                </a:moveTo>
                <a:cubicBezTo>
                  <a:pt x="77002" y="0"/>
                  <a:pt x="147587" y="25667"/>
                  <a:pt x="186088" y="51334"/>
                </a:cubicBezTo>
                <a:cubicBezTo>
                  <a:pt x="134754" y="77002"/>
                  <a:pt x="64168" y="83418"/>
                  <a:pt x="0" y="64168"/>
                </a:cubicBezTo>
                <a:close/>
              </a:path>
            </a:pathLst>
          </a:custGeom>
          <a:solidFill>
            <a:srgbClr val="F6E8DF"/>
          </a:solidFill>
          <a:ln w="10267">
            <a:solidFill>
              <a:srgbClr val="9E7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022_path_0">
            <a:extLst>
              <a:ext uri="{FF2B5EF4-FFF2-40B4-BE49-F238E27FC236}">
                <a16:creationId xmlns:a16="http://schemas.microsoft.com/office/drawing/2014/main" id="{3A72BC14-712D-FE47-24F5-E082B4F4EFF4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834189" y="1600200"/>
            <a:ext cx="96254" cy="327260"/>
          </a:xfrm>
          <a:custGeom>
            <a:avLst/>
            <a:gdLst/>
            <a:ahLst/>
            <a:cxnLst/>
            <a:rect l="0" t="0" r="0" b="0"/>
            <a:pathLst>
              <a:path w="96254" h="327260">
                <a:moveTo>
                  <a:pt x="51335" y="0"/>
                </a:moveTo>
                <a:cubicBezTo>
                  <a:pt x="83419" y="70585"/>
                  <a:pt x="96253" y="141170"/>
                  <a:pt x="70586" y="218173"/>
                </a:cubicBezTo>
                <a:cubicBezTo>
                  <a:pt x="51335" y="263091"/>
                  <a:pt x="25668" y="295175"/>
                  <a:pt x="0" y="327259"/>
                </a:cubicBezTo>
              </a:path>
            </a:pathLst>
          </a:custGeom>
          <a:ln w="20534">
            <a:solidFill>
              <a:srgbClr val="4E8C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023_path_0">
            <a:extLst>
              <a:ext uri="{FF2B5EF4-FFF2-40B4-BE49-F238E27FC236}">
                <a16:creationId xmlns:a16="http://schemas.microsoft.com/office/drawing/2014/main" id="{1467FE97-2E10-76A7-6E01-BEB8040B74DF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936859" y="1741370"/>
            <a:ext cx="38502" cy="115505"/>
          </a:xfrm>
          <a:custGeom>
            <a:avLst/>
            <a:gdLst/>
            <a:ahLst/>
            <a:cxnLst/>
            <a:rect l="0" t="0" r="0" b="0"/>
            <a:pathLst>
              <a:path w="38502" h="115505">
                <a:moveTo>
                  <a:pt x="0" y="0"/>
                </a:moveTo>
                <a:cubicBezTo>
                  <a:pt x="32084" y="32085"/>
                  <a:pt x="38501" y="77003"/>
                  <a:pt x="12834" y="115504"/>
                </a:cubicBezTo>
              </a:path>
            </a:pathLst>
          </a:custGeom>
          <a:ln w="9625">
            <a:solidFill>
              <a:srgbClr val="9E7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024_path_0">
            <a:extLst>
              <a:ext uri="{FF2B5EF4-FFF2-40B4-BE49-F238E27FC236}">
                <a16:creationId xmlns:a16="http://schemas.microsoft.com/office/drawing/2014/main" id="{3F93A569-1C8F-D5CE-83FE-5D7DFFE966EA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859857" y="1734954"/>
            <a:ext cx="186089" cy="160422"/>
          </a:xfrm>
          <a:custGeom>
            <a:avLst/>
            <a:gdLst/>
            <a:ahLst/>
            <a:cxnLst/>
            <a:rect l="0" t="0" r="0" b="0"/>
            <a:pathLst>
              <a:path w="186089" h="160422">
                <a:moveTo>
                  <a:pt x="186088" y="0"/>
                </a:moveTo>
                <a:cubicBezTo>
                  <a:pt x="147587" y="83419"/>
                  <a:pt x="83419" y="141170"/>
                  <a:pt x="0" y="160421"/>
                </a:cubicBezTo>
              </a:path>
            </a:pathLst>
          </a:custGeom>
          <a:ln w="12192">
            <a:solidFill>
              <a:srgbClr val="6F7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024_path_1">
            <a:extLst>
              <a:ext uri="{FF2B5EF4-FFF2-40B4-BE49-F238E27FC236}">
                <a16:creationId xmlns:a16="http://schemas.microsoft.com/office/drawing/2014/main" id="{DBBFD87D-7BAA-ADC5-7615-CA53AF8021A9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782855" y="1805539"/>
            <a:ext cx="70586" cy="89837"/>
          </a:xfrm>
          <a:custGeom>
            <a:avLst/>
            <a:gdLst/>
            <a:ahLst/>
            <a:cxnLst/>
            <a:rect l="0" t="0" r="0" b="0"/>
            <a:pathLst>
              <a:path w="70586" h="89837">
                <a:moveTo>
                  <a:pt x="70585" y="89836"/>
                </a:moveTo>
                <a:lnTo>
                  <a:pt x="0" y="0"/>
                </a:lnTo>
              </a:path>
            </a:pathLst>
          </a:custGeom>
          <a:ln w="12192">
            <a:solidFill>
              <a:srgbClr val="6F7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PN_shape_025_rect">
            <a:extLst>
              <a:ext uri="{FF2B5EF4-FFF2-40B4-BE49-F238E27FC236}">
                <a16:creationId xmlns:a16="http://schemas.microsoft.com/office/drawing/2014/main" id="{C663D033-C8E6-327A-79E8-11F29D0659A8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 rot="-480000">
            <a:off x="673768" y="1844040"/>
            <a:ext cx="70586" cy="38501"/>
          </a:xfrm>
          <a:prstGeom prst="roundRect">
            <a:avLst>
              <a:gd name="adj" fmla="val 33333"/>
            </a:avLst>
          </a:prstGeom>
          <a:solidFill>
            <a:srgbClr val="E5E8EA"/>
          </a:solidFill>
          <a:ln w="7700" cap="flat" cmpd="sng" algn="ctr">
            <a:solidFill>
              <a:srgbClr val="7D8B9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PN_shape_026_rect">
            <a:extLst>
              <a:ext uri="{FF2B5EF4-FFF2-40B4-BE49-F238E27FC236}">
                <a16:creationId xmlns:a16="http://schemas.microsoft.com/office/drawing/2014/main" id="{B5A8AE10-B2ED-E2B4-3E61-2CA84781BFC9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 rot="-360000">
            <a:off x="667352" y="1895375"/>
            <a:ext cx="70585" cy="38501"/>
          </a:xfrm>
          <a:prstGeom prst="roundRect">
            <a:avLst>
              <a:gd name="adj" fmla="val 33333"/>
            </a:avLst>
          </a:prstGeom>
          <a:solidFill>
            <a:srgbClr val="E5E8EA"/>
          </a:solidFill>
          <a:ln w="7700" cap="flat" cmpd="sng" algn="ctr">
            <a:solidFill>
              <a:srgbClr val="7D8B9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PN_shape_027_rect">
            <a:extLst>
              <a:ext uri="{FF2B5EF4-FFF2-40B4-BE49-F238E27FC236}">
                <a16:creationId xmlns:a16="http://schemas.microsoft.com/office/drawing/2014/main" id="{C8BA67A4-D9C3-8950-02C0-460038A74E3D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 rot="-240000">
            <a:off x="660935" y="1946709"/>
            <a:ext cx="70585" cy="38502"/>
          </a:xfrm>
          <a:prstGeom prst="roundRect">
            <a:avLst>
              <a:gd name="adj" fmla="val 33333"/>
            </a:avLst>
          </a:prstGeom>
          <a:solidFill>
            <a:srgbClr val="E5E8EA"/>
          </a:solidFill>
          <a:ln w="7700" cap="flat" cmpd="sng" algn="ctr">
            <a:solidFill>
              <a:srgbClr val="7D8B9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PN_shape_028_rect">
            <a:extLst>
              <a:ext uri="{FF2B5EF4-FFF2-40B4-BE49-F238E27FC236}">
                <a16:creationId xmlns:a16="http://schemas.microsoft.com/office/drawing/2014/main" id="{2D2AF40A-71DD-8821-27AA-C34FBF8EDE22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654518" y="1998044"/>
            <a:ext cx="70585" cy="38501"/>
          </a:xfrm>
          <a:prstGeom prst="roundRect">
            <a:avLst>
              <a:gd name="adj" fmla="val 33333"/>
            </a:avLst>
          </a:prstGeom>
          <a:solidFill>
            <a:srgbClr val="E5E8EA"/>
          </a:solidFill>
          <a:ln w="7700" cap="flat" cmpd="sng" algn="ctr">
            <a:solidFill>
              <a:srgbClr val="7D8B9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4" name="029_path_0">
            <a:extLst>
              <a:ext uri="{FF2B5EF4-FFF2-40B4-BE49-F238E27FC236}">
                <a16:creationId xmlns:a16="http://schemas.microsoft.com/office/drawing/2014/main" id="{E7220BA7-B69B-1933-44E6-488E8454F457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885524" y="1683619"/>
            <a:ext cx="115504" cy="115504"/>
          </a:xfrm>
          <a:custGeom>
            <a:avLst/>
            <a:gdLst/>
            <a:ahLst/>
            <a:cxnLst/>
            <a:rect l="0" t="0" r="0" b="0"/>
            <a:pathLst>
              <a:path w="115504" h="115504">
                <a:moveTo>
                  <a:pt x="25668" y="12834"/>
                </a:moveTo>
                <a:lnTo>
                  <a:pt x="51335" y="0"/>
                </a:lnTo>
                <a:lnTo>
                  <a:pt x="77002" y="19251"/>
                </a:lnTo>
                <a:lnTo>
                  <a:pt x="102670" y="12834"/>
                </a:lnTo>
                <a:lnTo>
                  <a:pt x="115503" y="44918"/>
                </a:lnTo>
                <a:lnTo>
                  <a:pt x="102670" y="70585"/>
                </a:lnTo>
                <a:lnTo>
                  <a:pt x="109087" y="96253"/>
                </a:lnTo>
                <a:lnTo>
                  <a:pt x="77002" y="115503"/>
                </a:lnTo>
                <a:lnTo>
                  <a:pt x="51335" y="102669"/>
                </a:lnTo>
                <a:lnTo>
                  <a:pt x="25668" y="115503"/>
                </a:lnTo>
                <a:lnTo>
                  <a:pt x="6417" y="89836"/>
                </a:lnTo>
                <a:lnTo>
                  <a:pt x="12834" y="64168"/>
                </a:lnTo>
                <a:lnTo>
                  <a:pt x="0" y="44918"/>
                </a:lnTo>
                <a:close/>
              </a:path>
            </a:pathLst>
          </a:custGeom>
          <a:solidFill>
            <a:srgbClr val="C94747"/>
          </a:solidFill>
          <a:ln w="11550">
            <a:solidFill>
              <a:srgbClr val="9635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PN_shape_030_circle">
            <a:extLst>
              <a:ext uri="{FF2B5EF4-FFF2-40B4-BE49-F238E27FC236}">
                <a16:creationId xmlns:a16="http://schemas.microsoft.com/office/drawing/2014/main" id="{02239FE0-B424-0107-0D5D-74B6FB4EDEA5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837398" y="1834415"/>
            <a:ext cx="57752" cy="57751"/>
          </a:xfrm>
          <a:prstGeom prst="ellipse">
            <a:avLst/>
          </a:prstGeom>
          <a:solidFill>
            <a:srgbClr val="D66A63"/>
          </a:solidFill>
          <a:ln w="8984" cap="flat" cmpd="sng" algn="ctr">
            <a:solidFill>
              <a:srgbClr val="9635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PN_shape_031_circle">
            <a:extLst>
              <a:ext uri="{FF2B5EF4-FFF2-40B4-BE49-F238E27FC236}">
                <a16:creationId xmlns:a16="http://schemas.microsoft.com/office/drawing/2014/main" id="{7E9DD622-E40F-D44D-5C5A-FDAC332D813D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1155032" y="1356360"/>
            <a:ext cx="128336" cy="128337"/>
          </a:xfrm>
          <a:prstGeom prst="ellipse">
            <a:avLst/>
          </a:prstGeom>
          <a:solidFill>
            <a:srgbClr val="E4F1ED"/>
          </a:solidFill>
          <a:ln w="11550" cap="flat" cmpd="sng" algn="ctr">
            <a:solidFill>
              <a:srgbClr val="3E7F7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5" name="032_path_0">
            <a:extLst>
              <a:ext uri="{FF2B5EF4-FFF2-40B4-BE49-F238E27FC236}">
                <a16:creationId xmlns:a16="http://schemas.microsoft.com/office/drawing/2014/main" id="{DB1C7FDA-1753-1BF6-3117-2281504949CF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1187116" y="1388444"/>
            <a:ext cx="70586" cy="57753"/>
          </a:xfrm>
          <a:custGeom>
            <a:avLst/>
            <a:gdLst/>
            <a:ahLst/>
            <a:cxnLst/>
            <a:rect l="0" t="0" r="0" b="0"/>
            <a:pathLst>
              <a:path w="70586" h="57753">
                <a:moveTo>
                  <a:pt x="0" y="32084"/>
                </a:moveTo>
                <a:lnTo>
                  <a:pt x="25667" y="57752"/>
                </a:lnTo>
                <a:lnTo>
                  <a:pt x="70585" y="0"/>
                </a:lnTo>
              </a:path>
            </a:pathLst>
          </a:custGeom>
          <a:ln w="12834">
            <a:solidFill>
              <a:srgbClr val="3E7F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PN_shape_033_rect">
            <a:extLst>
              <a:ext uri="{FF2B5EF4-FFF2-40B4-BE49-F238E27FC236}">
                <a16:creationId xmlns:a16="http://schemas.microsoft.com/office/drawing/2014/main" id="{C58B3656-6B5C-C7AD-5C20-6D2C37A5FE56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385011" y="2081463"/>
            <a:ext cx="962526" cy="173255"/>
          </a:xfrm>
          <a:prstGeom prst="rect">
            <a:avLst/>
          </a:prstGeom>
          <a:solidFill>
            <a:srgbClr val="FFFFFF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PN_text_034_text">
            <a:extLst>
              <a:ext uri="{FF2B5EF4-FFF2-40B4-BE49-F238E27FC236}">
                <a16:creationId xmlns:a16="http://schemas.microsoft.com/office/drawing/2014/main" id="{22BE20DE-2152-2048-ECB4-CC9D609C310A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433137" y="2070875"/>
            <a:ext cx="866274" cy="15881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758">
                <a:solidFill>
                  <a:srgbClr val="20262D"/>
                </a:solidFill>
                <a:latin typeface="Times New Roman" panose="02020603050405020304" pitchFamily="18" charset="0"/>
              </a:rPr>
              <a:t>Postoperative clinical</a:t>
            </a:r>
            <a:endParaRPr lang="zh-CN" altLang="en-US" sz="758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PN_text_035_text">
            <a:extLst>
              <a:ext uri="{FF2B5EF4-FFF2-40B4-BE49-F238E27FC236}">
                <a16:creationId xmlns:a16="http://schemas.microsoft.com/office/drawing/2014/main" id="{BD6C8230-7989-A71F-E36A-FE9B4AC52432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556340" y="2154294"/>
            <a:ext cx="619867" cy="15881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758">
                <a:solidFill>
                  <a:srgbClr val="20262D"/>
                </a:solidFill>
                <a:latin typeface="Times New Roman" panose="02020603050405020304" pitchFamily="18" charset="0"/>
              </a:rPr>
              <a:t>variables (n=9)</a:t>
            </a:r>
            <a:endParaRPr lang="zh-CN" altLang="en-US" sz="758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6" name="036_path_0">
            <a:extLst>
              <a:ext uri="{FF2B5EF4-FFF2-40B4-BE49-F238E27FC236}">
                <a16:creationId xmlns:a16="http://schemas.microsoft.com/office/drawing/2014/main" id="{3DA97568-5506-4365-23AC-CDD7F83248FC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>
          <a:xfrm>
            <a:off x="1366787" y="1786288"/>
            <a:ext cx="211757" cy="1"/>
          </a:xfrm>
          <a:custGeom>
            <a:avLst/>
            <a:gdLst/>
            <a:ahLst/>
            <a:cxnLst/>
            <a:rect l="0" t="0" r="0" b="0"/>
            <a:pathLst>
              <a:path w="211757" h="1">
                <a:moveTo>
                  <a:pt x="0" y="0"/>
                </a:moveTo>
                <a:lnTo>
                  <a:pt x="211756" y="0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036_path_arrow_0">
            <a:extLst>
              <a:ext uri="{FF2B5EF4-FFF2-40B4-BE49-F238E27FC236}">
                <a16:creationId xmlns:a16="http://schemas.microsoft.com/office/drawing/2014/main" id="{B9579BED-EAEE-B3A9-36B5-A50A042917ED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1532496" y="1760605"/>
            <a:ext cx="77001" cy="54543"/>
          </a:xfrm>
          <a:custGeom>
            <a:avLst/>
            <a:gdLst>
              <a:gd name="csX0" fmla="*/ 77001 w 77001"/>
              <a:gd name="csY0" fmla="*/ 27270 h 54543"/>
              <a:gd name="csX1" fmla="*/ 0 w 77001"/>
              <a:gd name="csY1" fmla="*/ 54543 h 54543"/>
              <a:gd name="csX2" fmla="*/ 0 w 77001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1" h="54543">
                <a:moveTo>
                  <a:pt x="77001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PN_shape_037_rect">
            <a:extLst>
              <a:ext uri="{FF2B5EF4-FFF2-40B4-BE49-F238E27FC236}">
                <a16:creationId xmlns:a16="http://schemas.microsoft.com/office/drawing/2014/main" id="{55AC5789-21C0-2590-0EE9-5C849F1CF4C4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1636295" y="1478280"/>
            <a:ext cx="718686" cy="590350"/>
          </a:xfrm>
          <a:prstGeom prst="roundRect">
            <a:avLst>
              <a:gd name="adj" fmla="val 3261"/>
            </a:avLst>
          </a:prstGeom>
          <a:solidFill>
            <a:srgbClr val="F4F8FB"/>
          </a:solidFill>
          <a:ln w="22459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PN_text_038_text">
            <a:extLst>
              <a:ext uri="{FF2B5EF4-FFF2-40B4-BE49-F238E27FC236}">
                <a16:creationId xmlns:a16="http://schemas.microsoft.com/office/drawing/2014/main" id="{FCB3675A-E911-7C22-AB6B-B0B5D569649F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1643032" y="1568565"/>
            <a:ext cx="705211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 b="1">
                <a:solidFill>
                  <a:srgbClr val="2E6F9E"/>
                </a:solidFill>
                <a:latin typeface="Times New Roman" panose="02020603050405020304" pitchFamily="18" charset="0"/>
              </a:rPr>
              <a:t>Elastic-net</a:t>
            </a:r>
            <a:endParaRPr lang="zh-CN" altLang="en-US" sz="1061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PN_text_039_text">
            <a:extLst>
              <a:ext uri="{FF2B5EF4-FFF2-40B4-BE49-F238E27FC236}">
                <a16:creationId xmlns:a16="http://schemas.microsoft.com/office/drawing/2014/main" id="{E7DCEFF0-FB2F-B93F-C95D-C1B19B029181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1743797" y="1773904"/>
            <a:ext cx="503682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62" b="1">
                <a:solidFill>
                  <a:srgbClr val="2E6F9E"/>
                </a:solidFill>
                <a:latin typeface="Times New Roman" panose="02020603050405020304" pitchFamily="18" charset="0"/>
              </a:rPr>
              <a:t>Cox V0</a:t>
            </a:r>
            <a:endParaRPr lang="zh-CN" altLang="en-US" sz="1162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8" name="040_path_0">
            <a:extLst>
              <a:ext uri="{FF2B5EF4-FFF2-40B4-BE49-F238E27FC236}">
                <a16:creationId xmlns:a16="http://schemas.microsoft.com/office/drawing/2014/main" id="{102B2DB9-8BC7-7856-E18E-CDBE9E2D15B3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>
          <a:xfrm>
            <a:off x="2361398" y="1773455"/>
            <a:ext cx="186089" cy="1"/>
          </a:xfrm>
          <a:custGeom>
            <a:avLst/>
            <a:gdLst/>
            <a:ahLst/>
            <a:cxnLst/>
            <a:rect l="0" t="0" r="0" b="0"/>
            <a:pathLst>
              <a:path w="186089" h="1">
                <a:moveTo>
                  <a:pt x="0" y="0"/>
                </a:moveTo>
                <a:lnTo>
                  <a:pt x="186088" y="0"/>
                </a:lnTo>
              </a:path>
            </a:pathLst>
          </a:custGeom>
          <a:ln w="1524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040_path_arrow_0">
            <a:extLst>
              <a:ext uri="{FF2B5EF4-FFF2-40B4-BE49-F238E27FC236}">
                <a16:creationId xmlns:a16="http://schemas.microsoft.com/office/drawing/2014/main" id="{79532432-8EF4-4B3A-B911-F22E8FE3B487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2470485" y="1746183"/>
            <a:ext cx="77002" cy="54543"/>
          </a:xfrm>
          <a:custGeom>
            <a:avLst/>
            <a:gdLst>
              <a:gd name="csX0" fmla="*/ 77002 w 77002"/>
              <a:gd name="csY0" fmla="*/ 27272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2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PN_shape_041_circle">
            <a:extLst>
              <a:ext uri="{FF2B5EF4-FFF2-40B4-BE49-F238E27FC236}">
                <a16:creationId xmlns:a16="http://schemas.microsoft.com/office/drawing/2014/main" id="{A8D6235F-7515-6116-0E9B-7A74DAD7C9BD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2541070" y="1613034"/>
            <a:ext cx="320842" cy="320842"/>
          </a:xfrm>
          <a:prstGeom prst="ellipse">
            <a:avLst/>
          </a:prstGeom>
          <a:solidFill>
            <a:srgbClr val="EDF4F8"/>
          </a:solidFill>
          <a:ln w="25667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PN_text_042_text">
            <a:extLst>
              <a:ext uri="{FF2B5EF4-FFF2-40B4-BE49-F238E27FC236}">
                <a16:creationId xmlns:a16="http://schemas.microsoft.com/office/drawing/2014/main" id="{D0931AE0-F466-52D9-57B5-C60CF367A038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2583100" y="1684646"/>
            <a:ext cx="236781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η</a:t>
            </a:r>
            <a:r>
              <a:rPr lang="en-US" altLang="zh-CN" sz="1166" b="1" baseline="-19500">
                <a:solidFill>
                  <a:srgbClr val="2E6F9E"/>
                </a:solidFill>
                <a:latin typeface="Times New Roman" panose="02020603050405020304" pitchFamily="18" charset="0"/>
              </a:rPr>
              <a:t>V0</a:t>
            </a:r>
            <a:endParaRPr lang="zh-CN" altLang="en-US" sz="1166" b="1" baseline="-19500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0" name="043_line_0">
            <a:extLst>
              <a:ext uri="{FF2B5EF4-FFF2-40B4-BE49-F238E27FC236}">
                <a16:creationId xmlns:a16="http://schemas.microsoft.com/office/drawing/2014/main" id="{FD08883C-85CE-B050-A7AB-EFB47087E735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372177" y="2395888"/>
            <a:ext cx="2374232" cy="1"/>
          </a:xfrm>
          <a:custGeom>
            <a:avLst/>
            <a:gdLst/>
            <a:ahLst/>
            <a:cxnLst/>
            <a:rect l="0" t="0" r="0" b="0"/>
            <a:pathLst>
              <a:path w="2374232" h="1">
                <a:moveTo>
                  <a:pt x="0" y="0"/>
                </a:moveTo>
                <a:lnTo>
                  <a:pt x="2374231" y="0"/>
                </a:lnTo>
              </a:path>
            </a:pathLst>
          </a:custGeom>
          <a:ln w="19251">
            <a:solidFill>
              <a:srgbClr val="9AA8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PN_text_044_text">
            <a:extLst>
              <a:ext uri="{FF2B5EF4-FFF2-40B4-BE49-F238E27FC236}">
                <a16:creationId xmlns:a16="http://schemas.microsoft.com/office/drawing/2014/main" id="{CDDE6200-F027-10AD-3F02-3DCC9161BF56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372177" y="2518258"/>
            <a:ext cx="1276310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1162" b="1">
                <a:solidFill>
                  <a:srgbClr val="238B8E"/>
                </a:solidFill>
                <a:latin typeface="Times New Roman" panose="02020603050405020304" pitchFamily="18" charset="0"/>
              </a:rPr>
              <a:t>Optional modalities</a:t>
            </a:r>
            <a:endParaRPr lang="zh-CN" altLang="en-US" sz="1162" b="1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PN_shape_045_rect">
            <a:extLst>
              <a:ext uri="{FF2B5EF4-FFF2-40B4-BE49-F238E27FC236}">
                <a16:creationId xmlns:a16="http://schemas.microsoft.com/office/drawing/2014/main" id="{11CB8820-36B6-848E-4C79-1B5B485A3170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372177" y="2845067"/>
            <a:ext cx="660935" cy="474847"/>
          </a:xfrm>
          <a:prstGeom prst="roundRect">
            <a:avLst>
              <a:gd name="adj" fmla="val 4054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1" name="046_path_0">
            <a:extLst>
              <a:ext uri="{FF2B5EF4-FFF2-40B4-BE49-F238E27FC236}">
                <a16:creationId xmlns:a16="http://schemas.microsoft.com/office/drawing/2014/main" id="{DE7958C9-E7EB-8B4D-9419-0F2A67B7A1A5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462013" y="2928486"/>
            <a:ext cx="141171" cy="1"/>
          </a:xfrm>
          <a:custGeom>
            <a:avLst/>
            <a:gdLst/>
            <a:ahLst/>
            <a:cxnLst/>
            <a:rect l="0" t="0" r="0" b="0"/>
            <a:pathLst>
              <a:path w="141171" h="1">
                <a:moveTo>
                  <a:pt x="0" y="0"/>
                </a:moveTo>
                <a:lnTo>
                  <a:pt x="141170" y="0"/>
                </a:lnTo>
              </a:path>
            </a:pathLst>
          </a:custGeom>
          <a:ln w="19251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046_path_1">
            <a:extLst>
              <a:ext uri="{FF2B5EF4-FFF2-40B4-BE49-F238E27FC236}">
                <a16:creationId xmlns:a16="http://schemas.microsoft.com/office/drawing/2014/main" id="{68BB8C8E-0545-2E69-8EE3-45B43A31EAF0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487680" y="2928486"/>
            <a:ext cx="89837" cy="327260"/>
          </a:xfrm>
          <a:custGeom>
            <a:avLst/>
            <a:gdLst/>
            <a:ahLst/>
            <a:cxnLst/>
            <a:rect l="0" t="0" r="0" b="0"/>
            <a:pathLst>
              <a:path w="89837" h="327260">
                <a:moveTo>
                  <a:pt x="0" y="0"/>
                </a:moveTo>
                <a:lnTo>
                  <a:pt x="0" y="237423"/>
                </a:lnTo>
                <a:cubicBezTo>
                  <a:pt x="0" y="327259"/>
                  <a:pt x="89836" y="327259"/>
                  <a:pt x="89836" y="237423"/>
                </a:cubicBezTo>
                <a:lnTo>
                  <a:pt x="89836" y="0"/>
                </a:lnTo>
              </a:path>
            </a:pathLst>
          </a:custGeom>
          <a:ln w="19251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047_path_0">
            <a:extLst>
              <a:ext uri="{FF2B5EF4-FFF2-40B4-BE49-F238E27FC236}">
                <a16:creationId xmlns:a16="http://schemas.microsoft.com/office/drawing/2014/main" id="{F6319F4D-228E-DFF5-57AE-89620640375F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494097" y="3120992"/>
            <a:ext cx="77003" cy="121921"/>
          </a:xfrm>
          <a:custGeom>
            <a:avLst/>
            <a:gdLst/>
            <a:ahLst/>
            <a:cxnLst/>
            <a:rect l="0" t="0" r="0" b="0"/>
            <a:pathLst>
              <a:path w="77003" h="121921">
                <a:moveTo>
                  <a:pt x="0" y="0"/>
                </a:moveTo>
                <a:lnTo>
                  <a:pt x="77002" y="0"/>
                </a:lnTo>
                <a:lnTo>
                  <a:pt x="77002" y="70585"/>
                </a:lnTo>
                <a:cubicBezTo>
                  <a:pt x="77002" y="121920"/>
                  <a:pt x="6417" y="121920"/>
                  <a:pt x="6417" y="70585"/>
                </a:cubicBezTo>
                <a:close/>
              </a:path>
            </a:pathLst>
          </a:custGeom>
          <a:solidFill>
            <a:srgbClr val="C95B5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PN_text_048_text">
            <a:extLst>
              <a:ext uri="{FF2B5EF4-FFF2-40B4-BE49-F238E27FC236}">
                <a16:creationId xmlns:a16="http://schemas.microsoft.com/office/drawing/2014/main" id="{3B8F4746-A272-1B63-751C-A149E717AD90}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693020" y="2921364"/>
            <a:ext cx="314425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 b="1">
                <a:solidFill>
                  <a:srgbClr val="20262D"/>
                </a:solidFill>
                <a:latin typeface="Times New Roman" panose="02020603050405020304" pitchFamily="18" charset="0"/>
              </a:rPr>
              <a:t>Blood</a:t>
            </a:r>
            <a:endParaRPr lang="zh-CN" altLang="en-US" sz="960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PN_text_049_text">
            <a:extLst>
              <a:ext uri="{FF2B5EF4-FFF2-40B4-BE49-F238E27FC236}">
                <a16:creationId xmlns:a16="http://schemas.microsoft.com/office/drawing/2014/main" id="{D845DB93-DBB2-DDEA-857F-79D6410EBA40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718686" y="3106297"/>
            <a:ext cx="196997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011" baseline="22750">
                <a:solidFill>
                  <a:srgbClr val="52606D"/>
                </a:solidFill>
                <a:latin typeface="Times New Roman" panose="02020603050405020304" pitchFamily="18" charset="0"/>
              </a:rPr>
              <a:t>32</a:t>
            </a:r>
            <a:endParaRPr lang="zh-CN" altLang="en-US" sz="1011" baseline="2275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4" name="050_path_0">
            <a:extLst>
              <a:ext uri="{FF2B5EF4-FFF2-40B4-BE49-F238E27FC236}">
                <a16:creationId xmlns:a16="http://schemas.microsoft.com/office/drawing/2014/main" id="{397300DD-4F55-1544-7F17-AB36D2C50A14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>
          <a:xfrm>
            <a:off x="1039528" y="3082491"/>
            <a:ext cx="192507" cy="1"/>
          </a:xfrm>
          <a:custGeom>
            <a:avLst/>
            <a:gdLst/>
            <a:ahLst/>
            <a:cxnLst/>
            <a:rect l="0" t="0" r="0" b="0"/>
            <a:pathLst>
              <a:path w="192507" h="1">
                <a:moveTo>
                  <a:pt x="0" y="0"/>
                </a:moveTo>
                <a:lnTo>
                  <a:pt x="192506" y="0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050_path_arrow_0">
            <a:extLst>
              <a:ext uri="{FF2B5EF4-FFF2-40B4-BE49-F238E27FC236}">
                <a16:creationId xmlns:a16="http://schemas.microsoft.com/office/drawing/2014/main" id="{1DB80774-FC76-3820-5BE1-0C54AFCF2CEC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1188372" y="3055219"/>
            <a:ext cx="77001" cy="54543"/>
          </a:xfrm>
          <a:custGeom>
            <a:avLst/>
            <a:gdLst>
              <a:gd name="csX0" fmla="*/ 77001 w 77001"/>
              <a:gd name="csY0" fmla="*/ 27271 h 54543"/>
              <a:gd name="csX1" fmla="*/ 0 w 77001"/>
              <a:gd name="csY1" fmla="*/ 54543 h 54543"/>
              <a:gd name="csX2" fmla="*/ 0 w 77001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1" h="54543">
                <a:moveTo>
                  <a:pt x="77001" y="27271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PN_shape_051_rect">
            <a:extLst>
              <a:ext uri="{FF2B5EF4-FFF2-40B4-BE49-F238E27FC236}">
                <a16:creationId xmlns:a16="http://schemas.microsoft.com/office/drawing/2014/main" id="{DD0F59E0-7320-AF2B-5B50-6ECC3F5795CB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1289785" y="2864318"/>
            <a:ext cx="673769" cy="436345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PN_text_052_text">
            <a:extLst>
              <a:ext uri="{FF2B5EF4-FFF2-40B4-BE49-F238E27FC236}">
                <a16:creationId xmlns:a16="http://schemas.microsoft.com/office/drawing/2014/main" id="{9CCFF751-990E-EF2C-4681-1DD6B7AD6958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1315773" y="2926625"/>
            <a:ext cx="628209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884">
                <a:solidFill>
                  <a:srgbClr val="20262D"/>
                </a:solidFill>
                <a:latin typeface="Times New Roman" panose="02020603050405020304" pitchFamily="18" charset="0"/>
              </a:rPr>
              <a:t>Linear+tanh</a:t>
            </a:r>
            <a:endParaRPr lang="zh-CN" altLang="en-US" sz="884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PN_text_053_text">
            <a:extLst>
              <a:ext uri="{FF2B5EF4-FFF2-40B4-BE49-F238E27FC236}">
                <a16:creationId xmlns:a16="http://schemas.microsoft.com/office/drawing/2014/main" id="{D6BB7B3C-66D5-0616-F602-8CA0A1B30E19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1411705" y="3101035"/>
            <a:ext cx="436345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 b="1">
                <a:solidFill>
                  <a:srgbClr val="20262D"/>
                </a:solidFill>
                <a:latin typeface="Times New Roman" panose="02020603050405020304" pitchFamily="18" charset="0"/>
              </a:rPr>
              <a:t>32→16</a:t>
            </a:r>
            <a:endParaRPr lang="zh-CN" altLang="en-US" sz="1061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6" name="054_path_0">
            <a:extLst>
              <a:ext uri="{FF2B5EF4-FFF2-40B4-BE49-F238E27FC236}">
                <a16:creationId xmlns:a16="http://schemas.microsoft.com/office/drawing/2014/main" id="{99AFF37A-573C-7C5D-93F1-99E9971A5C60}"/>
              </a:ext>
            </a:extLst>
          </p:cNvPr>
          <p:cNvSpPr>
            <a:spLocks/>
          </p:cNvSpPr>
          <p:nvPr>
            <p:custDataLst>
              <p:tags r:id="rId62"/>
            </p:custDataLst>
          </p:nvPr>
        </p:nvSpPr>
        <p:spPr>
          <a:xfrm>
            <a:off x="1969970" y="3082491"/>
            <a:ext cx="198924" cy="1"/>
          </a:xfrm>
          <a:custGeom>
            <a:avLst/>
            <a:gdLst/>
            <a:ahLst/>
            <a:cxnLst/>
            <a:rect l="0" t="0" r="0" b="0"/>
            <a:pathLst>
              <a:path w="198924" h="1">
                <a:moveTo>
                  <a:pt x="0" y="0"/>
                </a:moveTo>
                <a:lnTo>
                  <a:pt x="198923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054_path_arrow_0">
            <a:extLst>
              <a:ext uri="{FF2B5EF4-FFF2-40B4-BE49-F238E27FC236}">
                <a16:creationId xmlns:a16="http://schemas.microsoft.com/office/drawing/2014/main" id="{F8AF454D-BF49-07E0-1EBD-77AD2E51FD5F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2110943" y="3055219"/>
            <a:ext cx="77002" cy="54543"/>
          </a:xfrm>
          <a:custGeom>
            <a:avLst/>
            <a:gdLst>
              <a:gd name="csX0" fmla="*/ 77002 w 77002"/>
              <a:gd name="csY0" fmla="*/ 27271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1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055_polygon_0">
            <a:extLst>
              <a:ext uri="{FF2B5EF4-FFF2-40B4-BE49-F238E27FC236}">
                <a16:creationId xmlns:a16="http://schemas.microsoft.com/office/drawing/2014/main" id="{84C9A016-CB3F-1C36-FFE8-197B5EFCB4E8}"/>
              </a:ext>
            </a:extLst>
          </p:cNvPr>
          <p:cNvSpPr/>
          <p:nvPr>
            <p:custDataLst>
              <p:tags r:id="rId64"/>
            </p:custDataLst>
          </p:nvPr>
        </p:nvSpPr>
        <p:spPr>
          <a:xfrm>
            <a:off x="2297486" y="2832234"/>
            <a:ext cx="330340" cy="60062"/>
          </a:xfrm>
          <a:custGeom>
            <a:avLst/>
            <a:gdLst/>
            <a:ahLst/>
            <a:cxnLst/>
            <a:rect l="0" t="0" r="0" b="0"/>
            <a:pathLst>
              <a:path w="330340" h="60062">
                <a:moveTo>
                  <a:pt x="0" y="0"/>
                </a:moveTo>
                <a:lnTo>
                  <a:pt x="260267" y="0"/>
                </a:lnTo>
                <a:lnTo>
                  <a:pt x="330339" y="60061"/>
                </a:lnTo>
                <a:lnTo>
                  <a:pt x="70072" y="60061"/>
                </a:lnTo>
                <a:close/>
              </a:path>
            </a:pathLst>
          </a:custGeom>
          <a:solidFill>
            <a:srgbClr val="8FCFBD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056_polygon_0">
            <a:extLst>
              <a:ext uri="{FF2B5EF4-FFF2-40B4-BE49-F238E27FC236}">
                <a16:creationId xmlns:a16="http://schemas.microsoft.com/office/drawing/2014/main" id="{14B422FE-653B-79DA-7AB2-68DB84D91A44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2557753" y="2832234"/>
            <a:ext cx="70073" cy="325335"/>
          </a:xfrm>
          <a:custGeom>
            <a:avLst/>
            <a:gdLst/>
            <a:ahLst/>
            <a:cxnLst/>
            <a:rect l="0" t="0" r="0" b="0"/>
            <a:pathLst>
              <a:path w="70073" h="325335">
                <a:moveTo>
                  <a:pt x="0" y="0"/>
                </a:moveTo>
                <a:lnTo>
                  <a:pt x="70072" y="60061"/>
                </a:lnTo>
                <a:lnTo>
                  <a:pt x="70072" y="325334"/>
                </a:lnTo>
                <a:lnTo>
                  <a:pt x="0" y="265272"/>
                </a:lnTo>
                <a:close/>
              </a:path>
            </a:pathLst>
          </a:custGeom>
          <a:solidFill>
            <a:srgbClr val="61AA98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PN_shape_057_rect">
            <a:extLst>
              <a:ext uri="{FF2B5EF4-FFF2-40B4-BE49-F238E27FC236}">
                <a16:creationId xmlns:a16="http://schemas.microsoft.com/office/drawing/2014/main" id="{B9D7E2E5-003A-ADCE-B972-BB0E014C9E58}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2297486" y="2892295"/>
            <a:ext cx="260267" cy="265273"/>
          </a:xfrm>
          <a:prstGeom prst="rect">
            <a:avLst/>
          </a:prstGeom>
          <a:solidFill>
            <a:srgbClr val="BFE5D9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0" name="058_polygon_0">
            <a:extLst>
              <a:ext uri="{FF2B5EF4-FFF2-40B4-BE49-F238E27FC236}">
                <a16:creationId xmlns:a16="http://schemas.microsoft.com/office/drawing/2014/main" id="{DD331176-4F73-6213-BBA5-556F112D28D6}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2252440" y="2867270"/>
            <a:ext cx="330340" cy="60062"/>
          </a:xfrm>
          <a:custGeom>
            <a:avLst/>
            <a:gdLst/>
            <a:ahLst/>
            <a:cxnLst/>
            <a:rect l="0" t="0" r="0" b="0"/>
            <a:pathLst>
              <a:path w="330340" h="60062">
                <a:moveTo>
                  <a:pt x="0" y="0"/>
                </a:moveTo>
                <a:lnTo>
                  <a:pt x="260267" y="0"/>
                </a:lnTo>
                <a:lnTo>
                  <a:pt x="330339" y="60061"/>
                </a:lnTo>
                <a:lnTo>
                  <a:pt x="70072" y="60061"/>
                </a:lnTo>
                <a:close/>
              </a:path>
            </a:pathLst>
          </a:custGeom>
          <a:solidFill>
            <a:srgbClr val="A7D9CA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059_polygon_0">
            <a:extLst>
              <a:ext uri="{FF2B5EF4-FFF2-40B4-BE49-F238E27FC236}">
                <a16:creationId xmlns:a16="http://schemas.microsoft.com/office/drawing/2014/main" id="{12D3FF44-CE3C-D923-C826-234BBD60D454}"/>
              </a:ext>
            </a:extLst>
          </p:cNvPr>
          <p:cNvSpPr/>
          <p:nvPr>
            <p:custDataLst>
              <p:tags r:id="rId68"/>
            </p:custDataLst>
          </p:nvPr>
        </p:nvSpPr>
        <p:spPr>
          <a:xfrm>
            <a:off x="2512707" y="2867270"/>
            <a:ext cx="70073" cy="325335"/>
          </a:xfrm>
          <a:custGeom>
            <a:avLst/>
            <a:gdLst/>
            <a:ahLst/>
            <a:cxnLst/>
            <a:rect l="0" t="0" r="0" b="0"/>
            <a:pathLst>
              <a:path w="70073" h="325335">
                <a:moveTo>
                  <a:pt x="0" y="0"/>
                </a:moveTo>
                <a:lnTo>
                  <a:pt x="70072" y="60061"/>
                </a:lnTo>
                <a:lnTo>
                  <a:pt x="70072" y="325334"/>
                </a:lnTo>
                <a:lnTo>
                  <a:pt x="0" y="265272"/>
                </a:lnTo>
                <a:close/>
              </a:path>
            </a:pathLst>
          </a:custGeom>
          <a:solidFill>
            <a:srgbClr val="72BAA8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N_shape_060_rect">
            <a:extLst>
              <a:ext uri="{FF2B5EF4-FFF2-40B4-BE49-F238E27FC236}">
                <a16:creationId xmlns:a16="http://schemas.microsoft.com/office/drawing/2014/main" id="{95770E3A-C5BA-FEEF-69A6-36BA9ACFCF82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2252440" y="2927331"/>
            <a:ext cx="260267" cy="265272"/>
          </a:xfrm>
          <a:prstGeom prst="rect">
            <a:avLst/>
          </a:prstGeom>
          <a:solidFill>
            <a:srgbClr val="D1ECE4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2" name="061_polygon_0">
            <a:extLst>
              <a:ext uri="{FF2B5EF4-FFF2-40B4-BE49-F238E27FC236}">
                <a16:creationId xmlns:a16="http://schemas.microsoft.com/office/drawing/2014/main" id="{CB1A8110-D5F4-B2F1-C9B5-4E5CA3507FC0}"/>
              </a:ext>
            </a:extLst>
          </p:cNvPr>
          <p:cNvSpPr/>
          <p:nvPr>
            <p:custDataLst>
              <p:tags r:id="rId70"/>
            </p:custDataLst>
          </p:nvPr>
        </p:nvSpPr>
        <p:spPr>
          <a:xfrm>
            <a:off x="2207394" y="2902306"/>
            <a:ext cx="330340" cy="60062"/>
          </a:xfrm>
          <a:custGeom>
            <a:avLst/>
            <a:gdLst/>
            <a:ahLst/>
            <a:cxnLst/>
            <a:rect l="0" t="0" r="0" b="0"/>
            <a:pathLst>
              <a:path w="330340" h="60062">
                <a:moveTo>
                  <a:pt x="0" y="0"/>
                </a:moveTo>
                <a:lnTo>
                  <a:pt x="260267" y="0"/>
                </a:lnTo>
                <a:lnTo>
                  <a:pt x="330339" y="60061"/>
                </a:lnTo>
                <a:lnTo>
                  <a:pt x="70072" y="60061"/>
                </a:lnTo>
                <a:close/>
              </a:path>
            </a:pathLst>
          </a:custGeom>
          <a:solidFill>
            <a:srgbClr val="B9E1D6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062_polygon_0">
            <a:extLst>
              <a:ext uri="{FF2B5EF4-FFF2-40B4-BE49-F238E27FC236}">
                <a16:creationId xmlns:a16="http://schemas.microsoft.com/office/drawing/2014/main" id="{A36556D4-44A6-294F-8485-5B61B6CC56A2}"/>
              </a:ext>
            </a:extLst>
          </p:cNvPr>
          <p:cNvSpPr/>
          <p:nvPr>
            <p:custDataLst>
              <p:tags r:id="rId71"/>
            </p:custDataLst>
          </p:nvPr>
        </p:nvSpPr>
        <p:spPr>
          <a:xfrm>
            <a:off x="2467661" y="2902306"/>
            <a:ext cx="70073" cy="325334"/>
          </a:xfrm>
          <a:custGeom>
            <a:avLst/>
            <a:gdLst/>
            <a:ahLst/>
            <a:cxnLst/>
            <a:rect l="0" t="0" r="0" b="0"/>
            <a:pathLst>
              <a:path w="70073" h="325334">
                <a:moveTo>
                  <a:pt x="0" y="0"/>
                </a:moveTo>
                <a:lnTo>
                  <a:pt x="70072" y="60061"/>
                </a:lnTo>
                <a:lnTo>
                  <a:pt x="70072" y="325333"/>
                </a:lnTo>
                <a:lnTo>
                  <a:pt x="0" y="265272"/>
                </a:lnTo>
                <a:close/>
              </a:path>
            </a:pathLst>
          </a:custGeom>
          <a:solidFill>
            <a:srgbClr val="82C5B3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N_shape_063_rect">
            <a:extLst>
              <a:ext uri="{FF2B5EF4-FFF2-40B4-BE49-F238E27FC236}">
                <a16:creationId xmlns:a16="http://schemas.microsoft.com/office/drawing/2014/main" id="{FF889A3D-3A10-CE93-B582-A9F2520719BF}"/>
              </a:ext>
            </a:extLst>
          </p:cNvPr>
          <p:cNvSpPr/>
          <p:nvPr>
            <p:custDataLst>
              <p:tags r:id="rId72"/>
            </p:custDataLst>
          </p:nvPr>
        </p:nvSpPr>
        <p:spPr>
          <a:xfrm>
            <a:off x="2207394" y="2962367"/>
            <a:ext cx="260267" cy="265272"/>
          </a:xfrm>
          <a:prstGeom prst="rect">
            <a:avLst/>
          </a:prstGeom>
          <a:solidFill>
            <a:srgbClr val="EAF6F5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PN_text_064_text">
            <a:extLst>
              <a:ext uri="{FF2B5EF4-FFF2-40B4-BE49-F238E27FC236}">
                <a16:creationId xmlns:a16="http://schemas.microsoft.com/office/drawing/2014/main" id="{654E42B7-C0A5-0D96-4B95-5B1C6D46ADBA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2265145" y="3012932"/>
            <a:ext cx="154004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38B8E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166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b</a:t>
            </a:r>
            <a:endParaRPr lang="zh-CN" altLang="en-US" sz="1166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PN_shape_065_rect">
            <a:extLst>
              <a:ext uri="{FF2B5EF4-FFF2-40B4-BE49-F238E27FC236}">
                <a16:creationId xmlns:a16="http://schemas.microsoft.com/office/drawing/2014/main" id="{42EC8BFA-463D-DC11-4B06-E8B2687D1991}"/>
              </a:ext>
            </a:extLst>
          </p:cNvPr>
          <p:cNvSpPr/>
          <p:nvPr>
            <p:custDataLst>
              <p:tags r:id="rId74"/>
            </p:custDataLst>
          </p:nvPr>
        </p:nvSpPr>
        <p:spPr>
          <a:xfrm>
            <a:off x="372177" y="3518836"/>
            <a:ext cx="660935" cy="474846"/>
          </a:xfrm>
          <a:prstGeom prst="roundRect">
            <a:avLst>
              <a:gd name="adj" fmla="val 4054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PN_shape_066_rect">
            <a:extLst>
              <a:ext uri="{FF2B5EF4-FFF2-40B4-BE49-F238E27FC236}">
                <a16:creationId xmlns:a16="http://schemas.microsoft.com/office/drawing/2014/main" id="{56F2F371-12F6-FFE1-073E-0E4A17A8670D}"/>
              </a:ext>
            </a:extLst>
          </p:cNvPr>
          <p:cNvSpPr/>
          <p:nvPr>
            <p:custDataLst>
              <p:tags r:id="rId75"/>
            </p:custDataLst>
          </p:nvPr>
        </p:nvSpPr>
        <p:spPr>
          <a:xfrm>
            <a:off x="449179" y="3621505"/>
            <a:ext cx="173255" cy="250257"/>
          </a:xfrm>
          <a:prstGeom prst="roundRect">
            <a:avLst>
              <a:gd name="adj" fmla="val 11111"/>
            </a:avLst>
          </a:prstGeom>
          <a:noFill/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4" name="067_path_0">
            <a:extLst>
              <a:ext uri="{FF2B5EF4-FFF2-40B4-BE49-F238E27FC236}">
                <a16:creationId xmlns:a16="http://schemas.microsoft.com/office/drawing/2014/main" id="{D1A48E04-F119-8980-6705-D45A7C1A1E4E}"/>
              </a:ext>
            </a:extLst>
          </p:cNvPr>
          <p:cNvSpPr/>
          <p:nvPr>
            <p:custDataLst>
              <p:tags r:id="rId76"/>
            </p:custDataLst>
          </p:nvPr>
        </p:nvSpPr>
        <p:spPr>
          <a:xfrm>
            <a:off x="487680" y="3685674"/>
            <a:ext cx="102670" cy="1"/>
          </a:xfrm>
          <a:custGeom>
            <a:avLst/>
            <a:gdLst/>
            <a:ahLst/>
            <a:cxnLst/>
            <a:rect l="0" t="0" r="0" b="0"/>
            <a:pathLst>
              <a:path w="102670" h="1">
                <a:moveTo>
                  <a:pt x="0" y="0"/>
                </a:moveTo>
                <a:lnTo>
                  <a:pt x="102669" y="0"/>
                </a:lnTo>
              </a:path>
            </a:pathLst>
          </a:custGeom>
          <a:ln w="16042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067_path_1">
            <a:extLst>
              <a:ext uri="{FF2B5EF4-FFF2-40B4-BE49-F238E27FC236}">
                <a16:creationId xmlns:a16="http://schemas.microsoft.com/office/drawing/2014/main" id="{10E78577-A88E-8131-E64F-164D7D444761}"/>
              </a:ext>
            </a:extLst>
          </p:cNvPr>
          <p:cNvSpPr/>
          <p:nvPr>
            <p:custDataLst>
              <p:tags r:id="rId77"/>
            </p:custDataLst>
          </p:nvPr>
        </p:nvSpPr>
        <p:spPr>
          <a:xfrm>
            <a:off x="487680" y="3749842"/>
            <a:ext cx="102670" cy="1"/>
          </a:xfrm>
          <a:custGeom>
            <a:avLst/>
            <a:gdLst/>
            <a:ahLst/>
            <a:cxnLst/>
            <a:rect l="0" t="0" r="0" b="0"/>
            <a:pathLst>
              <a:path w="102670" h="1">
                <a:moveTo>
                  <a:pt x="0" y="0"/>
                </a:moveTo>
                <a:lnTo>
                  <a:pt x="102669" y="0"/>
                </a:lnTo>
              </a:path>
            </a:pathLst>
          </a:custGeom>
          <a:ln w="16042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067_path_2">
            <a:extLst>
              <a:ext uri="{FF2B5EF4-FFF2-40B4-BE49-F238E27FC236}">
                <a16:creationId xmlns:a16="http://schemas.microsoft.com/office/drawing/2014/main" id="{D8F4510B-EE6C-9C70-678D-82A4F65BF005}"/>
              </a:ext>
            </a:extLst>
          </p:cNvPr>
          <p:cNvSpPr/>
          <p:nvPr>
            <p:custDataLst>
              <p:tags r:id="rId78"/>
            </p:custDataLst>
          </p:nvPr>
        </p:nvSpPr>
        <p:spPr>
          <a:xfrm>
            <a:off x="487680" y="3814011"/>
            <a:ext cx="77003" cy="1"/>
          </a:xfrm>
          <a:custGeom>
            <a:avLst/>
            <a:gdLst/>
            <a:ahLst/>
            <a:cxnLst/>
            <a:rect l="0" t="0" r="0" b="0"/>
            <a:pathLst>
              <a:path w="77003" h="1">
                <a:moveTo>
                  <a:pt x="0" y="0"/>
                </a:moveTo>
                <a:lnTo>
                  <a:pt x="77002" y="0"/>
                </a:lnTo>
              </a:path>
            </a:pathLst>
          </a:custGeom>
          <a:ln w="16042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PN_text_068_text">
            <a:extLst>
              <a:ext uri="{FF2B5EF4-FFF2-40B4-BE49-F238E27FC236}">
                <a16:creationId xmlns:a16="http://schemas.microsoft.com/office/drawing/2014/main" id="{C7BDB5AF-7E9D-18F9-9AAA-B56DCE41ED6D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693019" y="3595132"/>
            <a:ext cx="314425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 b="1">
                <a:solidFill>
                  <a:srgbClr val="20262D"/>
                </a:solidFill>
                <a:latin typeface="Times New Roman" panose="02020603050405020304" pitchFamily="18" charset="0"/>
              </a:rPr>
              <a:t>ICD</a:t>
            </a:r>
            <a:endParaRPr lang="zh-CN" altLang="en-US" sz="960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PN_text_069_text">
            <a:extLst>
              <a:ext uri="{FF2B5EF4-FFF2-40B4-BE49-F238E27FC236}">
                <a16:creationId xmlns:a16="http://schemas.microsoft.com/office/drawing/2014/main" id="{668A392B-3390-2508-72CB-C9543801F813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718686" y="3780065"/>
            <a:ext cx="196997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011" baseline="22750">
                <a:solidFill>
                  <a:srgbClr val="52606D"/>
                </a:solidFill>
                <a:latin typeface="Times New Roman" panose="02020603050405020304" pitchFamily="18" charset="0"/>
              </a:rPr>
              <a:t>80</a:t>
            </a:r>
            <a:endParaRPr lang="zh-CN" altLang="en-US" sz="1011" baseline="2275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7" name="070_path_0">
            <a:extLst>
              <a:ext uri="{FF2B5EF4-FFF2-40B4-BE49-F238E27FC236}">
                <a16:creationId xmlns:a16="http://schemas.microsoft.com/office/drawing/2014/main" id="{7A8F9BDB-26D5-9A1A-B27A-17FEB9932357}"/>
              </a:ext>
            </a:extLst>
          </p:cNvPr>
          <p:cNvSpPr>
            <a:spLocks/>
          </p:cNvSpPr>
          <p:nvPr>
            <p:custDataLst>
              <p:tags r:id="rId81"/>
            </p:custDataLst>
          </p:nvPr>
        </p:nvSpPr>
        <p:spPr>
          <a:xfrm>
            <a:off x="1039528" y="3756259"/>
            <a:ext cx="192507" cy="1"/>
          </a:xfrm>
          <a:custGeom>
            <a:avLst/>
            <a:gdLst/>
            <a:ahLst/>
            <a:cxnLst/>
            <a:rect l="0" t="0" r="0" b="0"/>
            <a:pathLst>
              <a:path w="192507" h="1">
                <a:moveTo>
                  <a:pt x="0" y="0"/>
                </a:moveTo>
                <a:lnTo>
                  <a:pt x="192506" y="0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070_path_arrow_0">
            <a:extLst>
              <a:ext uri="{FF2B5EF4-FFF2-40B4-BE49-F238E27FC236}">
                <a16:creationId xmlns:a16="http://schemas.microsoft.com/office/drawing/2014/main" id="{9F3328D7-47D2-EB99-3D45-6CDF98F6F234}"/>
              </a:ext>
            </a:extLst>
          </p:cNvPr>
          <p:cNvSpPr/>
          <p:nvPr>
            <p:custDataLst>
              <p:tags r:id="rId82"/>
            </p:custDataLst>
          </p:nvPr>
        </p:nvSpPr>
        <p:spPr>
          <a:xfrm>
            <a:off x="1178846" y="3733751"/>
            <a:ext cx="77001" cy="54543"/>
          </a:xfrm>
          <a:custGeom>
            <a:avLst/>
            <a:gdLst>
              <a:gd name="csX0" fmla="*/ 77001 w 77001"/>
              <a:gd name="csY0" fmla="*/ 27270 h 54543"/>
              <a:gd name="csX1" fmla="*/ 0 w 77001"/>
              <a:gd name="csY1" fmla="*/ 54543 h 54543"/>
              <a:gd name="csX2" fmla="*/ 0 w 77001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1" h="54543">
                <a:moveTo>
                  <a:pt x="77001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PN_shape_071_rect">
            <a:extLst>
              <a:ext uri="{FF2B5EF4-FFF2-40B4-BE49-F238E27FC236}">
                <a16:creationId xmlns:a16="http://schemas.microsoft.com/office/drawing/2014/main" id="{3214481B-D615-9C54-7685-0939BFBC7FFD}"/>
              </a:ext>
            </a:extLst>
          </p:cNvPr>
          <p:cNvSpPr/>
          <p:nvPr>
            <p:custDataLst>
              <p:tags r:id="rId83"/>
            </p:custDataLst>
          </p:nvPr>
        </p:nvSpPr>
        <p:spPr>
          <a:xfrm>
            <a:off x="1289785" y="3538086"/>
            <a:ext cx="673769" cy="436346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PN_text_072_text">
            <a:extLst>
              <a:ext uri="{FF2B5EF4-FFF2-40B4-BE49-F238E27FC236}">
                <a16:creationId xmlns:a16="http://schemas.microsoft.com/office/drawing/2014/main" id="{43253E46-370F-86EB-E8F4-82616793046D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1315773" y="3600394"/>
            <a:ext cx="628209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884">
                <a:solidFill>
                  <a:srgbClr val="20262D"/>
                </a:solidFill>
                <a:latin typeface="Times New Roman" panose="02020603050405020304" pitchFamily="18" charset="0"/>
              </a:rPr>
              <a:t>Linear+tanh</a:t>
            </a:r>
            <a:endParaRPr lang="zh-CN" altLang="en-US" sz="884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PN_text_073_text">
            <a:extLst>
              <a:ext uri="{FF2B5EF4-FFF2-40B4-BE49-F238E27FC236}">
                <a16:creationId xmlns:a16="http://schemas.microsoft.com/office/drawing/2014/main" id="{B96B523B-C805-CA55-19D1-21F6E6D8AFD7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1411705" y="3774804"/>
            <a:ext cx="436345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 b="1">
                <a:solidFill>
                  <a:srgbClr val="20262D"/>
                </a:solidFill>
                <a:latin typeface="Times New Roman" panose="02020603050405020304" pitchFamily="18" charset="0"/>
              </a:rPr>
              <a:t>80→16</a:t>
            </a:r>
            <a:endParaRPr lang="zh-CN" altLang="en-US" sz="1061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9" name="074_path_0">
            <a:extLst>
              <a:ext uri="{FF2B5EF4-FFF2-40B4-BE49-F238E27FC236}">
                <a16:creationId xmlns:a16="http://schemas.microsoft.com/office/drawing/2014/main" id="{D1827225-2B7E-8236-ACAF-7A194C08582F}"/>
              </a:ext>
            </a:extLst>
          </p:cNvPr>
          <p:cNvSpPr>
            <a:spLocks/>
          </p:cNvSpPr>
          <p:nvPr>
            <p:custDataLst>
              <p:tags r:id="rId86"/>
            </p:custDataLst>
          </p:nvPr>
        </p:nvSpPr>
        <p:spPr>
          <a:xfrm>
            <a:off x="1969970" y="3756259"/>
            <a:ext cx="198924" cy="1"/>
          </a:xfrm>
          <a:custGeom>
            <a:avLst/>
            <a:gdLst/>
            <a:ahLst/>
            <a:cxnLst/>
            <a:rect l="0" t="0" r="0" b="0"/>
            <a:pathLst>
              <a:path w="198924" h="1">
                <a:moveTo>
                  <a:pt x="0" y="0"/>
                </a:moveTo>
                <a:lnTo>
                  <a:pt x="198923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074_path_arrow_0">
            <a:extLst>
              <a:ext uri="{FF2B5EF4-FFF2-40B4-BE49-F238E27FC236}">
                <a16:creationId xmlns:a16="http://schemas.microsoft.com/office/drawing/2014/main" id="{4EE04283-BA0E-F980-25D7-94301F13DCAC}"/>
              </a:ext>
            </a:extLst>
          </p:cNvPr>
          <p:cNvSpPr/>
          <p:nvPr>
            <p:custDataLst>
              <p:tags r:id="rId87"/>
            </p:custDataLst>
          </p:nvPr>
        </p:nvSpPr>
        <p:spPr>
          <a:xfrm>
            <a:off x="2110943" y="3733752"/>
            <a:ext cx="77002" cy="54542"/>
          </a:xfrm>
          <a:custGeom>
            <a:avLst/>
            <a:gdLst>
              <a:gd name="csX0" fmla="*/ 77002 w 77002"/>
              <a:gd name="csY0" fmla="*/ 27270 h 54542"/>
              <a:gd name="csX1" fmla="*/ 0 w 77002"/>
              <a:gd name="csY1" fmla="*/ 54542 h 54542"/>
              <a:gd name="csX2" fmla="*/ 0 w 77002"/>
              <a:gd name="csY2" fmla="*/ 0 h 54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2">
                <a:moveTo>
                  <a:pt x="77002" y="27270"/>
                </a:moveTo>
                <a:lnTo>
                  <a:pt x="0" y="54542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075_polygon_0">
            <a:extLst>
              <a:ext uri="{FF2B5EF4-FFF2-40B4-BE49-F238E27FC236}">
                <a16:creationId xmlns:a16="http://schemas.microsoft.com/office/drawing/2014/main" id="{8ECBBA97-D733-35CA-2E21-A5E5014B6D2D}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2297486" y="3506002"/>
            <a:ext cx="330340" cy="60063"/>
          </a:xfrm>
          <a:custGeom>
            <a:avLst/>
            <a:gdLst/>
            <a:ahLst/>
            <a:cxnLst/>
            <a:rect l="0" t="0" r="0" b="0"/>
            <a:pathLst>
              <a:path w="330340" h="60063">
                <a:moveTo>
                  <a:pt x="0" y="0"/>
                </a:moveTo>
                <a:lnTo>
                  <a:pt x="260267" y="0"/>
                </a:lnTo>
                <a:lnTo>
                  <a:pt x="330339" y="60062"/>
                </a:lnTo>
                <a:lnTo>
                  <a:pt x="70072" y="60062"/>
                </a:lnTo>
                <a:close/>
              </a:path>
            </a:pathLst>
          </a:custGeom>
          <a:solidFill>
            <a:srgbClr val="8FCFBD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076_polygon_0">
            <a:extLst>
              <a:ext uri="{FF2B5EF4-FFF2-40B4-BE49-F238E27FC236}">
                <a16:creationId xmlns:a16="http://schemas.microsoft.com/office/drawing/2014/main" id="{C45D02BE-AC2A-E909-7974-20862590A635}"/>
              </a:ext>
            </a:extLst>
          </p:cNvPr>
          <p:cNvSpPr/>
          <p:nvPr>
            <p:custDataLst>
              <p:tags r:id="rId89"/>
            </p:custDataLst>
          </p:nvPr>
        </p:nvSpPr>
        <p:spPr>
          <a:xfrm>
            <a:off x="2557753" y="3506002"/>
            <a:ext cx="70073" cy="325335"/>
          </a:xfrm>
          <a:custGeom>
            <a:avLst/>
            <a:gdLst/>
            <a:ahLst/>
            <a:cxnLst/>
            <a:rect l="0" t="0" r="0" b="0"/>
            <a:pathLst>
              <a:path w="70073" h="325335">
                <a:moveTo>
                  <a:pt x="0" y="0"/>
                </a:moveTo>
                <a:lnTo>
                  <a:pt x="70072" y="60062"/>
                </a:lnTo>
                <a:lnTo>
                  <a:pt x="70072" y="325334"/>
                </a:lnTo>
                <a:lnTo>
                  <a:pt x="0" y="265272"/>
                </a:lnTo>
                <a:close/>
              </a:path>
            </a:pathLst>
          </a:custGeom>
          <a:solidFill>
            <a:srgbClr val="61AA98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PN_shape_077_rect">
            <a:extLst>
              <a:ext uri="{FF2B5EF4-FFF2-40B4-BE49-F238E27FC236}">
                <a16:creationId xmlns:a16="http://schemas.microsoft.com/office/drawing/2014/main" id="{79FC451A-0917-14E8-73BD-FB87642E8A2D}"/>
              </a:ext>
            </a:extLst>
          </p:cNvPr>
          <p:cNvSpPr/>
          <p:nvPr>
            <p:custDataLst>
              <p:tags r:id="rId90"/>
            </p:custDataLst>
          </p:nvPr>
        </p:nvSpPr>
        <p:spPr>
          <a:xfrm>
            <a:off x="2297486" y="3566064"/>
            <a:ext cx="260267" cy="265272"/>
          </a:xfrm>
          <a:prstGeom prst="rect">
            <a:avLst/>
          </a:prstGeom>
          <a:solidFill>
            <a:srgbClr val="BFE5D9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3" name="078_polygon_0">
            <a:extLst>
              <a:ext uri="{FF2B5EF4-FFF2-40B4-BE49-F238E27FC236}">
                <a16:creationId xmlns:a16="http://schemas.microsoft.com/office/drawing/2014/main" id="{D52DE696-B220-3BDA-9299-33EEDE149087}"/>
              </a:ext>
            </a:extLst>
          </p:cNvPr>
          <p:cNvSpPr/>
          <p:nvPr>
            <p:custDataLst>
              <p:tags r:id="rId91"/>
            </p:custDataLst>
          </p:nvPr>
        </p:nvSpPr>
        <p:spPr>
          <a:xfrm>
            <a:off x="2252440" y="3541038"/>
            <a:ext cx="330340" cy="60063"/>
          </a:xfrm>
          <a:custGeom>
            <a:avLst/>
            <a:gdLst/>
            <a:ahLst/>
            <a:cxnLst/>
            <a:rect l="0" t="0" r="0" b="0"/>
            <a:pathLst>
              <a:path w="330340" h="60063">
                <a:moveTo>
                  <a:pt x="0" y="0"/>
                </a:moveTo>
                <a:lnTo>
                  <a:pt x="260267" y="0"/>
                </a:lnTo>
                <a:lnTo>
                  <a:pt x="330339" y="60062"/>
                </a:lnTo>
                <a:lnTo>
                  <a:pt x="70072" y="60062"/>
                </a:lnTo>
                <a:close/>
              </a:path>
            </a:pathLst>
          </a:custGeom>
          <a:solidFill>
            <a:srgbClr val="A7D9CA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079_polygon_0">
            <a:extLst>
              <a:ext uri="{FF2B5EF4-FFF2-40B4-BE49-F238E27FC236}">
                <a16:creationId xmlns:a16="http://schemas.microsoft.com/office/drawing/2014/main" id="{1E376E2C-73D7-4802-9719-8074A6B19134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2512707" y="3541038"/>
            <a:ext cx="70073" cy="325335"/>
          </a:xfrm>
          <a:custGeom>
            <a:avLst/>
            <a:gdLst/>
            <a:ahLst/>
            <a:cxnLst/>
            <a:rect l="0" t="0" r="0" b="0"/>
            <a:pathLst>
              <a:path w="70073" h="325335">
                <a:moveTo>
                  <a:pt x="0" y="0"/>
                </a:moveTo>
                <a:lnTo>
                  <a:pt x="70072" y="60062"/>
                </a:lnTo>
                <a:lnTo>
                  <a:pt x="70072" y="325334"/>
                </a:lnTo>
                <a:lnTo>
                  <a:pt x="0" y="265272"/>
                </a:lnTo>
                <a:close/>
              </a:path>
            </a:pathLst>
          </a:custGeom>
          <a:solidFill>
            <a:srgbClr val="72BAA8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PN_shape_080_rect">
            <a:extLst>
              <a:ext uri="{FF2B5EF4-FFF2-40B4-BE49-F238E27FC236}">
                <a16:creationId xmlns:a16="http://schemas.microsoft.com/office/drawing/2014/main" id="{4DC8F5E3-C535-C445-A9B6-FEA603AABA69}"/>
              </a:ext>
            </a:extLst>
          </p:cNvPr>
          <p:cNvSpPr/>
          <p:nvPr>
            <p:custDataLst>
              <p:tags r:id="rId93"/>
            </p:custDataLst>
          </p:nvPr>
        </p:nvSpPr>
        <p:spPr>
          <a:xfrm>
            <a:off x="2252440" y="3601100"/>
            <a:ext cx="260267" cy="265272"/>
          </a:xfrm>
          <a:prstGeom prst="rect">
            <a:avLst/>
          </a:prstGeom>
          <a:solidFill>
            <a:srgbClr val="D1ECE4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5" name="081_polygon_0">
            <a:extLst>
              <a:ext uri="{FF2B5EF4-FFF2-40B4-BE49-F238E27FC236}">
                <a16:creationId xmlns:a16="http://schemas.microsoft.com/office/drawing/2014/main" id="{5ED2A740-F873-2854-469A-FEAF24348D9F}"/>
              </a:ext>
            </a:extLst>
          </p:cNvPr>
          <p:cNvSpPr/>
          <p:nvPr>
            <p:custDataLst>
              <p:tags r:id="rId94"/>
            </p:custDataLst>
          </p:nvPr>
        </p:nvSpPr>
        <p:spPr>
          <a:xfrm>
            <a:off x="2207394" y="3576074"/>
            <a:ext cx="330340" cy="60063"/>
          </a:xfrm>
          <a:custGeom>
            <a:avLst/>
            <a:gdLst/>
            <a:ahLst/>
            <a:cxnLst/>
            <a:rect l="0" t="0" r="0" b="0"/>
            <a:pathLst>
              <a:path w="330340" h="60063">
                <a:moveTo>
                  <a:pt x="0" y="0"/>
                </a:moveTo>
                <a:lnTo>
                  <a:pt x="260267" y="0"/>
                </a:lnTo>
                <a:lnTo>
                  <a:pt x="330339" y="60062"/>
                </a:lnTo>
                <a:lnTo>
                  <a:pt x="70072" y="60062"/>
                </a:lnTo>
                <a:close/>
              </a:path>
            </a:pathLst>
          </a:custGeom>
          <a:solidFill>
            <a:srgbClr val="B9E1D6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082_polygon_0">
            <a:extLst>
              <a:ext uri="{FF2B5EF4-FFF2-40B4-BE49-F238E27FC236}">
                <a16:creationId xmlns:a16="http://schemas.microsoft.com/office/drawing/2014/main" id="{A6101CD0-0341-AC37-81EF-E8B3023E89AA}"/>
              </a:ext>
            </a:extLst>
          </p:cNvPr>
          <p:cNvSpPr/>
          <p:nvPr>
            <p:custDataLst>
              <p:tags r:id="rId95"/>
            </p:custDataLst>
          </p:nvPr>
        </p:nvSpPr>
        <p:spPr>
          <a:xfrm>
            <a:off x="2467661" y="3576074"/>
            <a:ext cx="70073" cy="325335"/>
          </a:xfrm>
          <a:custGeom>
            <a:avLst/>
            <a:gdLst/>
            <a:ahLst/>
            <a:cxnLst/>
            <a:rect l="0" t="0" r="0" b="0"/>
            <a:pathLst>
              <a:path w="70073" h="325335">
                <a:moveTo>
                  <a:pt x="0" y="0"/>
                </a:moveTo>
                <a:lnTo>
                  <a:pt x="70072" y="60062"/>
                </a:lnTo>
                <a:lnTo>
                  <a:pt x="70072" y="325334"/>
                </a:lnTo>
                <a:lnTo>
                  <a:pt x="0" y="265272"/>
                </a:lnTo>
                <a:close/>
              </a:path>
            </a:pathLst>
          </a:custGeom>
          <a:solidFill>
            <a:srgbClr val="82C5B3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PN_shape_083_rect">
            <a:extLst>
              <a:ext uri="{FF2B5EF4-FFF2-40B4-BE49-F238E27FC236}">
                <a16:creationId xmlns:a16="http://schemas.microsoft.com/office/drawing/2014/main" id="{D2CC6DCD-3101-7463-EB0D-7FF5470D12E0}"/>
              </a:ext>
            </a:extLst>
          </p:cNvPr>
          <p:cNvSpPr/>
          <p:nvPr>
            <p:custDataLst>
              <p:tags r:id="rId96"/>
            </p:custDataLst>
          </p:nvPr>
        </p:nvSpPr>
        <p:spPr>
          <a:xfrm>
            <a:off x="2207394" y="3636136"/>
            <a:ext cx="260267" cy="265272"/>
          </a:xfrm>
          <a:prstGeom prst="rect">
            <a:avLst/>
          </a:prstGeom>
          <a:solidFill>
            <a:srgbClr val="EAF6F5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PN_text_084_text">
            <a:extLst>
              <a:ext uri="{FF2B5EF4-FFF2-40B4-BE49-F238E27FC236}">
                <a16:creationId xmlns:a16="http://schemas.microsoft.com/office/drawing/2014/main" id="{3D2D3178-057D-AB56-8B9D-696B6AED5A92}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2278300" y="3686701"/>
            <a:ext cx="127695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38B8E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166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i</a:t>
            </a:r>
            <a:endParaRPr lang="zh-CN" altLang="en-US" sz="1166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" name="PN_shape_085_rect">
            <a:extLst>
              <a:ext uri="{FF2B5EF4-FFF2-40B4-BE49-F238E27FC236}">
                <a16:creationId xmlns:a16="http://schemas.microsoft.com/office/drawing/2014/main" id="{5740C2AA-F3F7-A07F-56B1-53FF6F97920B}"/>
              </a:ext>
            </a:extLst>
          </p:cNvPr>
          <p:cNvSpPr/>
          <p:nvPr>
            <p:custDataLst>
              <p:tags r:id="rId98"/>
            </p:custDataLst>
          </p:nvPr>
        </p:nvSpPr>
        <p:spPr>
          <a:xfrm>
            <a:off x="372177" y="4192604"/>
            <a:ext cx="660935" cy="474846"/>
          </a:xfrm>
          <a:prstGeom prst="roundRect">
            <a:avLst>
              <a:gd name="adj" fmla="val 4054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PN_shape_086_rect">
            <a:extLst>
              <a:ext uri="{FF2B5EF4-FFF2-40B4-BE49-F238E27FC236}">
                <a16:creationId xmlns:a16="http://schemas.microsoft.com/office/drawing/2014/main" id="{7801E5A4-D466-1CF7-D25C-C07DB4EF999A}"/>
              </a:ext>
            </a:extLst>
          </p:cNvPr>
          <p:cNvSpPr/>
          <p:nvPr>
            <p:custDataLst>
              <p:tags r:id="rId99"/>
            </p:custDataLst>
          </p:nvPr>
        </p:nvSpPr>
        <p:spPr>
          <a:xfrm>
            <a:off x="449179" y="4288857"/>
            <a:ext cx="186088" cy="256673"/>
          </a:xfrm>
          <a:prstGeom prst="rect">
            <a:avLst/>
          </a:prstGeom>
          <a:solidFill>
            <a:srgbClr val="F5E7D7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7" name="087_path_0">
            <a:extLst>
              <a:ext uri="{FF2B5EF4-FFF2-40B4-BE49-F238E27FC236}">
                <a16:creationId xmlns:a16="http://schemas.microsoft.com/office/drawing/2014/main" id="{93788585-38B2-A9A0-04CB-8E6A9805DCF6}"/>
              </a:ext>
            </a:extLst>
          </p:cNvPr>
          <p:cNvSpPr/>
          <p:nvPr>
            <p:custDataLst>
              <p:tags r:id="rId100"/>
            </p:custDataLst>
          </p:nvPr>
        </p:nvSpPr>
        <p:spPr>
          <a:xfrm>
            <a:off x="449179" y="4372276"/>
            <a:ext cx="186089" cy="1"/>
          </a:xfrm>
          <a:custGeom>
            <a:avLst/>
            <a:gdLst/>
            <a:ahLst/>
            <a:cxnLst/>
            <a:rect l="0" t="0" r="0" b="0"/>
            <a:pathLst>
              <a:path w="186089" h="1">
                <a:moveTo>
                  <a:pt x="0" y="0"/>
                </a:moveTo>
                <a:lnTo>
                  <a:pt x="186088" y="0"/>
                </a:lnTo>
              </a:path>
            </a:pathLst>
          </a:custGeom>
          <a:ln w="12834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087_path_1">
            <a:extLst>
              <a:ext uri="{FF2B5EF4-FFF2-40B4-BE49-F238E27FC236}">
                <a16:creationId xmlns:a16="http://schemas.microsoft.com/office/drawing/2014/main" id="{E55C1BFF-BB4A-4D0E-4B44-296F21B4BB24}"/>
              </a:ext>
            </a:extLst>
          </p:cNvPr>
          <p:cNvSpPr/>
          <p:nvPr>
            <p:custDataLst>
              <p:tags r:id="rId101"/>
            </p:custDataLst>
          </p:nvPr>
        </p:nvSpPr>
        <p:spPr>
          <a:xfrm>
            <a:off x="449179" y="4462112"/>
            <a:ext cx="186089" cy="1"/>
          </a:xfrm>
          <a:custGeom>
            <a:avLst/>
            <a:gdLst/>
            <a:ahLst/>
            <a:cxnLst/>
            <a:rect l="0" t="0" r="0" b="0"/>
            <a:pathLst>
              <a:path w="186089" h="1">
                <a:moveTo>
                  <a:pt x="0" y="0"/>
                </a:moveTo>
                <a:lnTo>
                  <a:pt x="186088" y="0"/>
                </a:lnTo>
              </a:path>
            </a:pathLst>
          </a:custGeom>
          <a:ln w="12834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9" name="087_path_2">
            <a:extLst>
              <a:ext uri="{FF2B5EF4-FFF2-40B4-BE49-F238E27FC236}">
                <a16:creationId xmlns:a16="http://schemas.microsoft.com/office/drawing/2014/main" id="{254B2CDA-72FF-3394-5968-93B6BA1A4D05}"/>
              </a:ext>
            </a:extLst>
          </p:cNvPr>
          <p:cNvSpPr/>
          <p:nvPr>
            <p:custDataLst>
              <p:tags r:id="rId102"/>
            </p:custDataLst>
          </p:nvPr>
        </p:nvSpPr>
        <p:spPr>
          <a:xfrm>
            <a:off x="513347" y="4288857"/>
            <a:ext cx="1" cy="256675"/>
          </a:xfrm>
          <a:custGeom>
            <a:avLst/>
            <a:gdLst/>
            <a:ahLst/>
            <a:cxnLst/>
            <a:rect l="0" t="0" r="0" b="0"/>
            <a:pathLst>
              <a:path w="1" h="256675">
                <a:moveTo>
                  <a:pt x="0" y="0"/>
                </a:moveTo>
                <a:lnTo>
                  <a:pt x="0" y="256674"/>
                </a:lnTo>
              </a:path>
            </a:pathLst>
          </a:custGeom>
          <a:ln w="12834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087_path_3">
            <a:extLst>
              <a:ext uri="{FF2B5EF4-FFF2-40B4-BE49-F238E27FC236}">
                <a16:creationId xmlns:a16="http://schemas.microsoft.com/office/drawing/2014/main" id="{C332072B-B93B-2E7F-A22E-6F320AD09E66}"/>
              </a:ext>
            </a:extLst>
          </p:cNvPr>
          <p:cNvSpPr/>
          <p:nvPr>
            <p:custDataLst>
              <p:tags r:id="rId103"/>
            </p:custDataLst>
          </p:nvPr>
        </p:nvSpPr>
        <p:spPr>
          <a:xfrm>
            <a:off x="577516" y="4288857"/>
            <a:ext cx="1" cy="256675"/>
          </a:xfrm>
          <a:custGeom>
            <a:avLst/>
            <a:gdLst/>
            <a:ahLst/>
            <a:cxnLst/>
            <a:rect l="0" t="0" r="0" b="0"/>
            <a:pathLst>
              <a:path w="1" h="256675">
                <a:moveTo>
                  <a:pt x="0" y="0"/>
                </a:moveTo>
                <a:lnTo>
                  <a:pt x="0" y="256674"/>
                </a:lnTo>
              </a:path>
            </a:pathLst>
          </a:custGeom>
          <a:ln w="12834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PN_shape_088_circle">
            <a:extLst>
              <a:ext uri="{FF2B5EF4-FFF2-40B4-BE49-F238E27FC236}">
                <a16:creationId xmlns:a16="http://schemas.microsoft.com/office/drawing/2014/main" id="{1BB120EB-2496-1067-9547-948794F3932E}"/>
              </a:ext>
            </a:extLst>
          </p:cNvPr>
          <p:cNvSpPr/>
          <p:nvPr>
            <p:custDataLst>
              <p:tags r:id="rId104"/>
            </p:custDataLst>
          </p:nvPr>
        </p:nvSpPr>
        <p:spPr>
          <a:xfrm>
            <a:off x="468429" y="4314524"/>
            <a:ext cx="38501" cy="38501"/>
          </a:xfrm>
          <a:prstGeom prst="ellipse">
            <a:avLst/>
          </a:prstGeom>
          <a:solidFill>
            <a:srgbClr val="A86F8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PN_shape_089_circle">
            <a:extLst>
              <a:ext uri="{FF2B5EF4-FFF2-40B4-BE49-F238E27FC236}">
                <a16:creationId xmlns:a16="http://schemas.microsoft.com/office/drawing/2014/main" id="{5042B2B3-7610-8857-9E6F-7CCB1FB8B3D0}"/>
              </a:ext>
            </a:extLst>
          </p:cNvPr>
          <p:cNvSpPr/>
          <p:nvPr>
            <p:custDataLst>
              <p:tags r:id="rId105"/>
            </p:custDataLst>
          </p:nvPr>
        </p:nvSpPr>
        <p:spPr>
          <a:xfrm>
            <a:off x="532598" y="4397943"/>
            <a:ext cx="38501" cy="38501"/>
          </a:xfrm>
          <a:prstGeom prst="ellipse">
            <a:avLst/>
          </a:prstGeom>
          <a:solidFill>
            <a:srgbClr val="C28A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PN_shape_090_circle">
            <a:extLst>
              <a:ext uri="{FF2B5EF4-FFF2-40B4-BE49-F238E27FC236}">
                <a16:creationId xmlns:a16="http://schemas.microsoft.com/office/drawing/2014/main" id="{71344AEF-AE59-911A-9D73-963F39E41F32}"/>
              </a:ext>
            </a:extLst>
          </p:cNvPr>
          <p:cNvSpPr/>
          <p:nvPr>
            <p:custDataLst>
              <p:tags r:id="rId106"/>
            </p:custDataLst>
          </p:nvPr>
        </p:nvSpPr>
        <p:spPr>
          <a:xfrm>
            <a:off x="583933" y="4487779"/>
            <a:ext cx="38501" cy="38501"/>
          </a:xfrm>
          <a:prstGeom prst="ellipse">
            <a:avLst/>
          </a:prstGeom>
          <a:solidFill>
            <a:srgbClr val="926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PN_text_091_text">
            <a:extLst>
              <a:ext uri="{FF2B5EF4-FFF2-40B4-BE49-F238E27FC236}">
                <a16:creationId xmlns:a16="http://schemas.microsoft.com/office/drawing/2014/main" id="{EA6921BA-632F-0517-F3CA-E332BD300308}"/>
              </a:ext>
            </a:extLst>
          </p:cNvPr>
          <p:cNvSpPr txBox="1"/>
          <p:nvPr>
            <p:custDataLst>
              <p:tags r:id="rId107"/>
            </p:custDataLst>
          </p:nvPr>
        </p:nvSpPr>
        <p:spPr>
          <a:xfrm>
            <a:off x="693019" y="4268900"/>
            <a:ext cx="314425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 b="1">
                <a:solidFill>
                  <a:srgbClr val="20262D"/>
                </a:solidFill>
                <a:latin typeface="Times New Roman" panose="02020603050405020304" pitchFamily="18" charset="0"/>
              </a:rPr>
              <a:t>TMA</a:t>
            </a:r>
            <a:endParaRPr lang="zh-CN" altLang="en-US" sz="960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PN_text_092_text">
            <a:extLst>
              <a:ext uri="{FF2B5EF4-FFF2-40B4-BE49-F238E27FC236}">
                <a16:creationId xmlns:a16="http://schemas.microsoft.com/office/drawing/2014/main" id="{63EB027A-420C-7067-ECC5-F41E5BC07196}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718686" y="4453834"/>
            <a:ext cx="155288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011" baseline="22750">
                <a:solidFill>
                  <a:srgbClr val="52606D"/>
                </a:solidFill>
                <a:latin typeface="Times New Roman" panose="02020603050405020304" pitchFamily="18" charset="0"/>
              </a:rPr>
              <a:t>8</a:t>
            </a:r>
            <a:endParaRPr lang="zh-CN" altLang="en-US" sz="1011" baseline="2275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1" name="093_path_0">
            <a:extLst>
              <a:ext uri="{FF2B5EF4-FFF2-40B4-BE49-F238E27FC236}">
                <a16:creationId xmlns:a16="http://schemas.microsoft.com/office/drawing/2014/main" id="{9C3A1665-30C6-4597-FF59-7EAEE3B53E1A}"/>
              </a:ext>
            </a:extLst>
          </p:cNvPr>
          <p:cNvSpPr>
            <a:spLocks/>
          </p:cNvSpPr>
          <p:nvPr>
            <p:custDataLst>
              <p:tags r:id="rId109"/>
            </p:custDataLst>
          </p:nvPr>
        </p:nvSpPr>
        <p:spPr>
          <a:xfrm>
            <a:off x="1039528" y="4430027"/>
            <a:ext cx="192507" cy="1"/>
          </a:xfrm>
          <a:custGeom>
            <a:avLst/>
            <a:gdLst/>
            <a:ahLst/>
            <a:cxnLst/>
            <a:rect l="0" t="0" r="0" b="0"/>
            <a:pathLst>
              <a:path w="192507" h="1">
                <a:moveTo>
                  <a:pt x="0" y="0"/>
                </a:moveTo>
                <a:lnTo>
                  <a:pt x="192506" y="0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093_path_arrow_0">
            <a:extLst>
              <a:ext uri="{FF2B5EF4-FFF2-40B4-BE49-F238E27FC236}">
                <a16:creationId xmlns:a16="http://schemas.microsoft.com/office/drawing/2014/main" id="{7AEAAFE6-B981-D0B7-255B-F97E1C943EE0}"/>
              </a:ext>
            </a:extLst>
          </p:cNvPr>
          <p:cNvSpPr/>
          <p:nvPr>
            <p:custDataLst>
              <p:tags r:id="rId110"/>
            </p:custDataLst>
          </p:nvPr>
        </p:nvSpPr>
        <p:spPr>
          <a:xfrm>
            <a:off x="1174084" y="4407519"/>
            <a:ext cx="77001" cy="54543"/>
          </a:xfrm>
          <a:custGeom>
            <a:avLst/>
            <a:gdLst>
              <a:gd name="csX0" fmla="*/ 77001 w 77001"/>
              <a:gd name="csY0" fmla="*/ 27270 h 54543"/>
              <a:gd name="csX1" fmla="*/ 0 w 77001"/>
              <a:gd name="csY1" fmla="*/ 54543 h 54543"/>
              <a:gd name="csX2" fmla="*/ 0 w 77001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1" h="54543">
                <a:moveTo>
                  <a:pt x="77001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PN_shape_094_rect">
            <a:extLst>
              <a:ext uri="{FF2B5EF4-FFF2-40B4-BE49-F238E27FC236}">
                <a16:creationId xmlns:a16="http://schemas.microsoft.com/office/drawing/2014/main" id="{1E5DF877-037E-BDC3-DB3B-7AE7401629F8}"/>
              </a:ext>
            </a:extLst>
          </p:cNvPr>
          <p:cNvSpPr/>
          <p:nvPr>
            <p:custDataLst>
              <p:tags r:id="rId111"/>
            </p:custDataLst>
          </p:nvPr>
        </p:nvSpPr>
        <p:spPr>
          <a:xfrm>
            <a:off x="1289785" y="4211855"/>
            <a:ext cx="673769" cy="436345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PN_text_095_text">
            <a:extLst>
              <a:ext uri="{FF2B5EF4-FFF2-40B4-BE49-F238E27FC236}">
                <a16:creationId xmlns:a16="http://schemas.microsoft.com/office/drawing/2014/main" id="{31679C6C-5ED6-4B7B-0725-BCB8FD6A7F5D}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1315773" y="4274162"/>
            <a:ext cx="628209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884">
                <a:solidFill>
                  <a:srgbClr val="20262D"/>
                </a:solidFill>
                <a:latin typeface="Times New Roman" panose="02020603050405020304" pitchFamily="18" charset="0"/>
              </a:rPr>
              <a:t>Linear+tanh</a:t>
            </a:r>
            <a:endParaRPr lang="zh-CN" altLang="en-US" sz="884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" name="PN_text_096_text">
            <a:extLst>
              <a:ext uri="{FF2B5EF4-FFF2-40B4-BE49-F238E27FC236}">
                <a16:creationId xmlns:a16="http://schemas.microsoft.com/office/drawing/2014/main" id="{45ADBD30-ADFA-5C68-4C69-B2EEFF0857A8}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1445394" y="4448572"/>
            <a:ext cx="368968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 b="1">
                <a:solidFill>
                  <a:srgbClr val="20262D"/>
                </a:solidFill>
                <a:latin typeface="Times New Roman" panose="02020603050405020304" pitchFamily="18" charset="0"/>
              </a:rPr>
              <a:t>8→16</a:t>
            </a:r>
            <a:endParaRPr lang="zh-CN" altLang="en-US" sz="1061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3" name="097_path_0">
            <a:extLst>
              <a:ext uri="{FF2B5EF4-FFF2-40B4-BE49-F238E27FC236}">
                <a16:creationId xmlns:a16="http://schemas.microsoft.com/office/drawing/2014/main" id="{1AA7881A-AAF9-4606-7D3D-85C5B5E3F997}"/>
              </a:ext>
            </a:extLst>
          </p:cNvPr>
          <p:cNvSpPr>
            <a:spLocks/>
          </p:cNvSpPr>
          <p:nvPr>
            <p:custDataLst>
              <p:tags r:id="rId114"/>
            </p:custDataLst>
          </p:nvPr>
        </p:nvSpPr>
        <p:spPr>
          <a:xfrm>
            <a:off x="1969970" y="4430027"/>
            <a:ext cx="198924" cy="1"/>
          </a:xfrm>
          <a:custGeom>
            <a:avLst/>
            <a:gdLst/>
            <a:ahLst/>
            <a:cxnLst/>
            <a:rect l="0" t="0" r="0" b="0"/>
            <a:pathLst>
              <a:path w="198924" h="1">
                <a:moveTo>
                  <a:pt x="0" y="0"/>
                </a:moveTo>
                <a:lnTo>
                  <a:pt x="198923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097_path_arrow_0">
            <a:extLst>
              <a:ext uri="{FF2B5EF4-FFF2-40B4-BE49-F238E27FC236}">
                <a16:creationId xmlns:a16="http://schemas.microsoft.com/office/drawing/2014/main" id="{097F95C4-58C3-0EDC-47FF-5859792064EF}"/>
              </a:ext>
            </a:extLst>
          </p:cNvPr>
          <p:cNvSpPr/>
          <p:nvPr>
            <p:custDataLst>
              <p:tags r:id="rId115"/>
            </p:custDataLst>
          </p:nvPr>
        </p:nvSpPr>
        <p:spPr>
          <a:xfrm>
            <a:off x="2110943" y="4407519"/>
            <a:ext cx="77002" cy="54543"/>
          </a:xfrm>
          <a:custGeom>
            <a:avLst/>
            <a:gdLst>
              <a:gd name="csX0" fmla="*/ 77002 w 77002"/>
              <a:gd name="csY0" fmla="*/ 27270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098_polygon_0">
            <a:extLst>
              <a:ext uri="{FF2B5EF4-FFF2-40B4-BE49-F238E27FC236}">
                <a16:creationId xmlns:a16="http://schemas.microsoft.com/office/drawing/2014/main" id="{E4B4F518-C007-0EE0-5946-7F4053BB2301}"/>
              </a:ext>
            </a:extLst>
          </p:cNvPr>
          <p:cNvSpPr/>
          <p:nvPr>
            <p:custDataLst>
              <p:tags r:id="rId116"/>
            </p:custDataLst>
          </p:nvPr>
        </p:nvSpPr>
        <p:spPr>
          <a:xfrm>
            <a:off x="2297486" y="4179770"/>
            <a:ext cx="330340" cy="60063"/>
          </a:xfrm>
          <a:custGeom>
            <a:avLst/>
            <a:gdLst/>
            <a:ahLst/>
            <a:cxnLst/>
            <a:rect l="0" t="0" r="0" b="0"/>
            <a:pathLst>
              <a:path w="330340" h="60063">
                <a:moveTo>
                  <a:pt x="0" y="0"/>
                </a:moveTo>
                <a:lnTo>
                  <a:pt x="260267" y="0"/>
                </a:lnTo>
                <a:lnTo>
                  <a:pt x="330339" y="60062"/>
                </a:lnTo>
                <a:lnTo>
                  <a:pt x="70072" y="60062"/>
                </a:lnTo>
                <a:close/>
              </a:path>
            </a:pathLst>
          </a:custGeom>
          <a:solidFill>
            <a:srgbClr val="8FCFBD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099_polygon_0">
            <a:extLst>
              <a:ext uri="{FF2B5EF4-FFF2-40B4-BE49-F238E27FC236}">
                <a16:creationId xmlns:a16="http://schemas.microsoft.com/office/drawing/2014/main" id="{07AE09F4-5622-B1E7-358D-62A3D2DE7AC4}"/>
              </a:ext>
            </a:extLst>
          </p:cNvPr>
          <p:cNvSpPr/>
          <p:nvPr>
            <p:custDataLst>
              <p:tags r:id="rId117"/>
            </p:custDataLst>
          </p:nvPr>
        </p:nvSpPr>
        <p:spPr>
          <a:xfrm>
            <a:off x="2557753" y="4179770"/>
            <a:ext cx="70073" cy="325335"/>
          </a:xfrm>
          <a:custGeom>
            <a:avLst/>
            <a:gdLst/>
            <a:ahLst/>
            <a:cxnLst/>
            <a:rect l="0" t="0" r="0" b="0"/>
            <a:pathLst>
              <a:path w="70073" h="325335">
                <a:moveTo>
                  <a:pt x="0" y="0"/>
                </a:moveTo>
                <a:lnTo>
                  <a:pt x="70072" y="60062"/>
                </a:lnTo>
                <a:lnTo>
                  <a:pt x="70072" y="325334"/>
                </a:lnTo>
                <a:lnTo>
                  <a:pt x="0" y="265273"/>
                </a:lnTo>
                <a:close/>
              </a:path>
            </a:pathLst>
          </a:custGeom>
          <a:solidFill>
            <a:srgbClr val="61AA98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PN_shape_100_rect">
            <a:extLst>
              <a:ext uri="{FF2B5EF4-FFF2-40B4-BE49-F238E27FC236}">
                <a16:creationId xmlns:a16="http://schemas.microsoft.com/office/drawing/2014/main" id="{0830EE97-F3D4-0EC6-4229-1D61698944EE}"/>
              </a:ext>
            </a:extLst>
          </p:cNvPr>
          <p:cNvSpPr/>
          <p:nvPr>
            <p:custDataLst>
              <p:tags r:id="rId118"/>
            </p:custDataLst>
          </p:nvPr>
        </p:nvSpPr>
        <p:spPr>
          <a:xfrm>
            <a:off x="2297486" y="4239832"/>
            <a:ext cx="260267" cy="265272"/>
          </a:xfrm>
          <a:prstGeom prst="rect">
            <a:avLst/>
          </a:prstGeom>
          <a:solidFill>
            <a:srgbClr val="BFE5D9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7" name="101_polygon_0">
            <a:extLst>
              <a:ext uri="{FF2B5EF4-FFF2-40B4-BE49-F238E27FC236}">
                <a16:creationId xmlns:a16="http://schemas.microsoft.com/office/drawing/2014/main" id="{E32A0DCD-36CA-7F5F-24AA-011523A09B1A}"/>
              </a:ext>
            </a:extLst>
          </p:cNvPr>
          <p:cNvSpPr/>
          <p:nvPr>
            <p:custDataLst>
              <p:tags r:id="rId119"/>
            </p:custDataLst>
          </p:nvPr>
        </p:nvSpPr>
        <p:spPr>
          <a:xfrm>
            <a:off x="2252440" y="4214806"/>
            <a:ext cx="330340" cy="60063"/>
          </a:xfrm>
          <a:custGeom>
            <a:avLst/>
            <a:gdLst/>
            <a:ahLst/>
            <a:cxnLst/>
            <a:rect l="0" t="0" r="0" b="0"/>
            <a:pathLst>
              <a:path w="330340" h="60063">
                <a:moveTo>
                  <a:pt x="0" y="0"/>
                </a:moveTo>
                <a:lnTo>
                  <a:pt x="260267" y="0"/>
                </a:lnTo>
                <a:lnTo>
                  <a:pt x="330339" y="60062"/>
                </a:lnTo>
                <a:lnTo>
                  <a:pt x="70072" y="60062"/>
                </a:lnTo>
                <a:close/>
              </a:path>
            </a:pathLst>
          </a:custGeom>
          <a:solidFill>
            <a:srgbClr val="A7D9CA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102_polygon_0">
            <a:extLst>
              <a:ext uri="{FF2B5EF4-FFF2-40B4-BE49-F238E27FC236}">
                <a16:creationId xmlns:a16="http://schemas.microsoft.com/office/drawing/2014/main" id="{3C375A72-27A2-A226-66E3-2CAC825B32E2}"/>
              </a:ext>
            </a:extLst>
          </p:cNvPr>
          <p:cNvSpPr/>
          <p:nvPr>
            <p:custDataLst>
              <p:tags r:id="rId120"/>
            </p:custDataLst>
          </p:nvPr>
        </p:nvSpPr>
        <p:spPr>
          <a:xfrm>
            <a:off x="2512707" y="4214806"/>
            <a:ext cx="70073" cy="325335"/>
          </a:xfrm>
          <a:custGeom>
            <a:avLst/>
            <a:gdLst/>
            <a:ahLst/>
            <a:cxnLst/>
            <a:rect l="0" t="0" r="0" b="0"/>
            <a:pathLst>
              <a:path w="70073" h="325335">
                <a:moveTo>
                  <a:pt x="0" y="0"/>
                </a:moveTo>
                <a:lnTo>
                  <a:pt x="70072" y="60062"/>
                </a:lnTo>
                <a:lnTo>
                  <a:pt x="70072" y="325334"/>
                </a:lnTo>
                <a:lnTo>
                  <a:pt x="0" y="265273"/>
                </a:lnTo>
                <a:close/>
              </a:path>
            </a:pathLst>
          </a:custGeom>
          <a:solidFill>
            <a:srgbClr val="72BAA8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PN_shape_103_rect">
            <a:extLst>
              <a:ext uri="{FF2B5EF4-FFF2-40B4-BE49-F238E27FC236}">
                <a16:creationId xmlns:a16="http://schemas.microsoft.com/office/drawing/2014/main" id="{8A54BC54-1706-972C-B742-F79087A6221B}"/>
              </a:ext>
            </a:extLst>
          </p:cNvPr>
          <p:cNvSpPr/>
          <p:nvPr>
            <p:custDataLst>
              <p:tags r:id="rId121"/>
            </p:custDataLst>
          </p:nvPr>
        </p:nvSpPr>
        <p:spPr>
          <a:xfrm>
            <a:off x="2252440" y="4274868"/>
            <a:ext cx="260267" cy="265272"/>
          </a:xfrm>
          <a:prstGeom prst="rect">
            <a:avLst/>
          </a:prstGeom>
          <a:solidFill>
            <a:srgbClr val="D1ECE4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9" name="104_polygon_0">
            <a:extLst>
              <a:ext uri="{FF2B5EF4-FFF2-40B4-BE49-F238E27FC236}">
                <a16:creationId xmlns:a16="http://schemas.microsoft.com/office/drawing/2014/main" id="{E3622F81-E390-6AEA-6511-6E1CA8EFADDD}"/>
              </a:ext>
            </a:extLst>
          </p:cNvPr>
          <p:cNvSpPr/>
          <p:nvPr>
            <p:custDataLst>
              <p:tags r:id="rId122"/>
            </p:custDataLst>
          </p:nvPr>
        </p:nvSpPr>
        <p:spPr>
          <a:xfrm>
            <a:off x="2207394" y="4249843"/>
            <a:ext cx="330340" cy="60062"/>
          </a:xfrm>
          <a:custGeom>
            <a:avLst/>
            <a:gdLst/>
            <a:ahLst/>
            <a:cxnLst/>
            <a:rect l="0" t="0" r="0" b="0"/>
            <a:pathLst>
              <a:path w="330340" h="60062">
                <a:moveTo>
                  <a:pt x="0" y="0"/>
                </a:moveTo>
                <a:lnTo>
                  <a:pt x="260267" y="0"/>
                </a:lnTo>
                <a:lnTo>
                  <a:pt x="330339" y="60061"/>
                </a:lnTo>
                <a:lnTo>
                  <a:pt x="70072" y="60061"/>
                </a:lnTo>
                <a:close/>
              </a:path>
            </a:pathLst>
          </a:custGeom>
          <a:solidFill>
            <a:srgbClr val="B9E1D6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105_polygon_0">
            <a:extLst>
              <a:ext uri="{FF2B5EF4-FFF2-40B4-BE49-F238E27FC236}">
                <a16:creationId xmlns:a16="http://schemas.microsoft.com/office/drawing/2014/main" id="{188A91CC-2B43-72C6-9F3E-DF7F76B349F7}"/>
              </a:ext>
            </a:extLst>
          </p:cNvPr>
          <p:cNvSpPr/>
          <p:nvPr>
            <p:custDataLst>
              <p:tags r:id="rId123"/>
            </p:custDataLst>
          </p:nvPr>
        </p:nvSpPr>
        <p:spPr>
          <a:xfrm>
            <a:off x="2467661" y="4249843"/>
            <a:ext cx="70073" cy="325334"/>
          </a:xfrm>
          <a:custGeom>
            <a:avLst/>
            <a:gdLst/>
            <a:ahLst/>
            <a:cxnLst/>
            <a:rect l="0" t="0" r="0" b="0"/>
            <a:pathLst>
              <a:path w="70073" h="325334">
                <a:moveTo>
                  <a:pt x="0" y="0"/>
                </a:moveTo>
                <a:lnTo>
                  <a:pt x="70072" y="60061"/>
                </a:lnTo>
                <a:lnTo>
                  <a:pt x="70072" y="325333"/>
                </a:lnTo>
                <a:lnTo>
                  <a:pt x="0" y="265272"/>
                </a:lnTo>
                <a:close/>
              </a:path>
            </a:pathLst>
          </a:custGeom>
          <a:solidFill>
            <a:srgbClr val="82C5B3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PN_shape_106_rect">
            <a:extLst>
              <a:ext uri="{FF2B5EF4-FFF2-40B4-BE49-F238E27FC236}">
                <a16:creationId xmlns:a16="http://schemas.microsoft.com/office/drawing/2014/main" id="{38E5933C-8270-C045-8AE3-D47E70339454}"/>
              </a:ext>
            </a:extLst>
          </p:cNvPr>
          <p:cNvSpPr/>
          <p:nvPr>
            <p:custDataLst>
              <p:tags r:id="rId124"/>
            </p:custDataLst>
          </p:nvPr>
        </p:nvSpPr>
        <p:spPr>
          <a:xfrm>
            <a:off x="2207394" y="4309904"/>
            <a:ext cx="260267" cy="265272"/>
          </a:xfrm>
          <a:prstGeom prst="rect">
            <a:avLst/>
          </a:prstGeom>
          <a:solidFill>
            <a:srgbClr val="EAF6F5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PN_text_107_text">
            <a:extLst>
              <a:ext uri="{FF2B5EF4-FFF2-40B4-BE49-F238E27FC236}">
                <a16:creationId xmlns:a16="http://schemas.microsoft.com/office/drawing/2014/main" id="{F121114A-9B0B-6D43-55F7-56A28A80E327}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2275733" y="4360469"/>
            <a:ext cx="132829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38B8E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166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t</a:t>
            </a:r>
            <a:endParaRPr lang="zh-CN" altLang="en-US" sz="1166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PN_shape_108_rect">
            <a:extLst>
              <a:ext uri="{FF2B5EF4-FFF2-40B4-BE49-F238E27FC236}">
                <a16:creationId xmlns:a16="http://schemas.microsoft.com/office/drawing/2014/main" id="{FD5EF454-6E28-AB68-EA30-58E7B513B6E7}"/>
              </a:ext>
            </a:extLst>
          </p:cNvPr>
          <p:cNvSpPr/>
          <p:nvPr>
            <p:custDataLst>
              <p:tags r:id="rId126"/>
            </p:custDataLst>
          </p:nvPr>
        </p:nvSpPr>
        <p:spPr>
          <a:xfrm>
            <a:off x="372177" y="4943375"/>
            <a:ext cx="2374232" cy="590349"/>
          </a:xfrm>
          <a:prstGeom prst="roundRect">
            <a:avLst>
              <a:gd name="adj" fmla="val 3261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PN_text_109_text">
            <a:extLst>
              <a:ext uri="{FF2B5EF4-FFF2-40B4-BE49-F238E27FC236}">
                <a16:creationId xmlns:a16="http://schemas.microsoft.com/office/drawing/2014/main" id="{AC93AEB3-7AF8-D3D5-6D7E-18DE9A8EC1EB}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942634" y="5037767"/>
            <a:ext cx="1233317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Each token also receives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" name="PN_text_110_text">
            <a:extLst>
              <a:ext uri="{FF2B5EF4-FFF2-40B4-BE49-F238E27FC236}">
                <a16:creationId xmlns:a16="http://schemas.microsoft.com/office/drawing/2014/main" id="{825F0C72-21FE-F1B0-8BA4-BCDF344A7CFF}"/>
              </a:ext>
            </a:extLst>
          </p:cNvPr>
          <p:cNvSpPr txBox="1"/>
          <p:nvPr>
            <p:custDataLst>
              <p:tags r:id="rId128"/>
            </p:custDataLst>
          </p:nvPr>
        </p:nvSpPr>
        <p:spPr>
          <a:xfrm>
            <a:off x="680827" y="5212176"/>
            <a:ext cx="1756931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 b="1">
                <a:solidFill>
                  <a:srgbClr val="238B8E"/>
                </a:solidFill>
                <a:latin typeface="Times New Roman" panose="02020603050405020304" pitchFamily="18" charset="0"/>
              </a:rPr>
              <a:t>modality ID + status + quality</a:t>
            </a:r>
            <a:endParaRPr lang="zh-CN" altLang="en-US" sz="1061" b="1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" name="PN_shape_111_rect">
            <a:extLst>
              <a:ext uri="{FF2B5EF4-FFF2-40B4-BE49-F238E27FC236}">
                <a16:creationId xmlns:a16="http://schemas.microsoft.com/office/drawing/2014/main" id="{BA20D851-5EF7-8DBF-910A-186C6DD58ABE}"/>
              </a:ext>
            </a:extLst>
          </p:cNvPr>
          <p:cNvSpPr/>
          <p:nvPr>
            <p:custDataLst>
              <p:tags r:id="rId129"/>
            </p:custDataLst>
          </p:nvPr>
        </p:nvSpPr>
        <p:spPr>
          <a:xfrm>
            <a:off x="3189171" y="1157438"/>
            <a:ext cx="1546459" cy="3657600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22459" cap="flat" cmpd="sng" algn="ctr">
            <a:solidFill>
              <a:srgbClr val="238B8E"/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PN_text_112_text">
            <a:extLst>
              <a:ext uri="{FF2B5EF4-FFF2-40B4-BE49-F238E27FC236}">
                <a16:creationId xmlns:a16="http://schemas.microsoft.com/office/drawing/2014/main" id="{49DAB9A6-E76E-702A-3EDF-309E9B8973D4}"/>
              </a:ext>
            </a:extLst>
          </p:cNvPr>
          <p:cNvSpPr txBox="1"/>
          <p:nvPr>
            <p:custDataLst>
              <p:tags r:id="rId130"/>
            </p:custDataLst>
          </p:nvPr>
        </p:nvSpPr>
        <p:spPr>
          <a:xfrm>
            <a:off x="3256547" y="1246568"/>
            <a:ext cx="1411705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 b="1">
                <a:solidFill>
                  <a:srgbClr val="238B8E"/>
                </a:solidFill>
                <a:latin typeface="Times New Roman" panose="02020603050405020304" pitchFamily="18" charset="0"/>
              </a:rPr>
              <a:t>Shared φ: 16→24→16</a:t>
            </a:r>
            <a:endParaRPr lang="zh-CN" altLang="en-US" sz="1061" b="1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" name="PN_text_113_text">
            <a:extLst>
              <a:ext uri="{FF2B5EF4-FFF2-40B4-BE49-F238E27FC236}">
                <a16:creationId xmlns:a16="http://schemas.microsoft.com/office/drawing/2014/main" id="{65DBEF3E-5D7C-E97B-7B41-B479115E88A2}"/>
              </a:ext>
            </a:extLst>
          </p:cNvPr>
          <p:cNvSpPr txBox="1"/>
          <p:nvPr>
            <p:custDataLst>
              <p:tags r:id="rId131"/>
            </p:custDataLst>
          </p:nvPr>
        </p:nvSpPr>
        <p:spPr>
          <a:xfrm>
            <a:off x="3320715" y="1443757"/>
            <a:ext cx="1283368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09">
                <a:solidFill>
                  <a:srgbClr val="52606D"/>
                </a:solidFill>
                <a:latin typeface="Times New Roman" panose="02020603050405020304" pitchFamily="18" charset="0"/>
              </a:rPr>
              <a:t>same weights</a:t>
            </a:r>
            <a:endParaRPr lang="zh-CN" altLang="en-US" sz="909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" name="PN_shape_114_rect">
            <a:extLst>
              <a:ext uri="{FF2B5EF4-FFF2-40B4-BE49-F238E27FC236}">
                <a16:creationId xmlns:a16="http://schemas.microsoft.com/office/drawing/2014/main" id="{149F4BB9-CB08-FA52-EFC1-7CBDC58BCC07}"/>
              </a:ext>
            </a:extLst>
          </p:cNvPr>
          <p:cNvSpPr/>
          <p:nvPr>
            <p:custDataLst>
              <p:tags r:id="rId132"/>
            </p:custDataLst>
          </p:nvPr>
        </p:nvSpPr>
        <p:spPr>
          <a:xfrm>
            <a:off x="3311092" y="1805539"/>
            <a:ext cx="359343" cy="372177"/>
          </a:xfrm>
          <a:prstGeom prst="roundRect">
            <a:avLst>
              <a:gd name="adj" fmla="val 5172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" name="PN_text_115_text">
            <a:extLst>
              <a:ext uri="{FF2B5EF4-FFF2-40B4-BE49-F238E27FC236}">
                <a16:creationId xmlns:a16="http://schemas.microsoft.com/office/drawing/2014/main" id="{22A3C878-9A82-F197-9922-27E08390E65E}"/>
              </a:ext>
            </a:extLst>
          </p:cNvPr>
          <p:cNvSpPr txBox="1"/>
          <p:nvPr>
            <p:custDataLst>
              <p:tags r:id="rId133"/>
            </p:custDataLst>
          </p:nvPr>
        </p:nvSpPr>
        <p:spPr>
          <a:xfrm>
            <a:off x="3413760" y="1896401"/>
            <a:ext cx="154004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38B8E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166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b</a:t>
            </a:r>
            <a:endParaRPr lang="zh-CN" altLang="en-US" sz="1166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1" name="116_path_0">
            <a:extLst>
              <a:ext uri="{FF2B5EF4-FFF2-40B4-BE49-F238E27FC236}">
                <a16:creationId xmlns:a16="http://schemas.microsoft.com/office/drawing/2014/main" id="{5A56A521-81F0-314D-EA15-1ECD794D8778}"/>
              </a:ext>
            </a:extLst>
          </p:cNvPr>
          <p:cNvSpPr>
            <a:spLocks/>
          </p:cNvSpPr>
          <p:nvPr>
            <p:custDataLst>
              <p:tags r:id="rId134"/>
            </p:custDataLst>
          </p:nvPr>
        </p:nvSpPr>
        <p:spPr>
          <a:xfrm>
            <a:off x="3683266" y="1991627"/>
            <a:ext cx="141172" cy="0"/>
          </a:xfrm>
          <a:custGeom>
            <a:avLst/>
            <a:gdLst>
              <a:gd name="csX0" fmla="*/ 0 w 141172"/>
              <a:gd name="csY0" fmla="*/ 0 h 0"/>
              <a:gd name="csX1" fmla="*/ 141172 w 141172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172">
                <a:moveTo>
                  <a:pt x="0" y="0"/>
                </a:moveTo>
                <a:lnTo>
                  <a:pt x="141172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116_path_arrow_0">
            <a:extLst>
              <a:ext uri="{FF2B5EF4-FFF2-40B4-BE49-F238E27FC236}">
                <a16:creationId xmlns:a16="http://schemas.microsoft.com/office/drawing/2014/main" id="{9BE55D96-C929-7008-EE7B-6E38CE35110B}"/>
              </a:ext>
            </a:extLst>
          </p:cNvPr>
          <p:cNvSpPr/>
          <p:nvPr>
            <p:custDataLst>
              <p:tags r:id="rId135"/>
            </p:custDataLst>
          </p:nvPr>
        </p:nvSpPr>
        <p:spPr>
          <a:xfrm>
            <a:off x="3766488" y="1969120"/>
            <a:ext cx="77002" cy="54542"/>
          </a:xfrm>
          <a:custGeom>
            <a:avLst/>
            <a:gdLst>
              <a:gd name="csX0" fmla="*/ 77002 w 77002"/>
              <a:gd name="csY0" fmla="*/ 27270 h 54542"/>
              <a:gd name="csX1" fmla="*/ 0 w 77002"/>
              <a:gd name="csY1" fmla="*/ 54542 h 54542"/>
              <a:gd name="csX2" fmla="*/ 0 w 77002"/>
              <a:gd name="csY2" fmla="*/ 0 h 54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2">
                <a:moveTo>
                  <a:pt x="77002" y="27270"/>
                </a:moveTo>
                <a:lnTo>
                  <a:pt x="0" y="54542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117_path_0">
            <a:extLst>
              <a:ext uri="{FF2B5EF4-FFF2-40B4-BE49-F238E27FC236}">
                <a16:creationId xmlns:a16="http://schemas.microsoft.com/office/drawing/2014/main" id="{3B9CF558-3C7B-E465-0A7E-07BBA86BC915}"/>
              </a:ext>
            </a:extLst>
          </p:cNvPr>
          <p:cNvSpPr>
            <a:spLocks/>
          </p:cNvSpPr>
          <p:nvPr>
            <p:custDataLst>
              <p:tags r:id="rId136"/>
            </p:custDataLst>
          </p:nvPr>
        </p:nvSpPr>
        <p:spPr>
          <a:xfrm>
            <a:off x="3882189" y="1806823"/>
            <a:ext cx="358061" cy="28877"/>
          </a:xfrm>
          <a:custGeom>
            <a:avLst/>
            <a:gdLst/>
            <a:ahLst/>
            <a:cxnLst/>
            <a:rect l="0" t="0" r="0" b="0"/>
            <a:pathLst>
              <a:path w="397845" h="32086">
                <a:moveTo>
                  <a:pt x="0" y="3208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117_path_1">
            <a:extLst>
              <a:ext uri="{FF2B5EF4-FFF2-40B4-BE49-F238E27FC236}">
                <a16:creationId xmlns:a16="http://schemas.microsoft.com/office/drawing/2014/main" id="{63C5368D-14BD-DA71-2006-4A2A2F61AE1E}"/>
              </a:ext>
            </a:extLst>
          </p:cNvPr>
          <p:cNvSpPr>
            <a:spLocks/>
          </p:cNvSpPr>
          <p:nvPr>
            <p:custDataLst>
              <p:tags r:id="rId137"/>
            </p:custDataLst>
          </p:nvPr>
        </p:nvSpPr>
        <p:spPr>
          <a:xfrm>
            <a:off x="3882189" y="1899225"/>
            <a:ext cx="358061" cy="40427"/>
          </a:xfrm>
          <a:custGeom>
            <a:avLst/>
            <a:gdLst/>
            <a:ahLst/>
            <a:cxnLst/>
            <a:rect l="0" t="0" r="0" b="0"/>
            <a:pathLst>
              <a:path w="397845" h="44919">
                <a:moveTo>
                  <a:pt x="0" y="44918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5" name="117_path_2">
            <a:extLst>
              <a:ext uri="{FF2B5EF4-FFF2-40B4-BE49-F238E27FC236}">
                <a16:creationId xmlns:a16="http://schemas.microsoft.com/office/drawing/2014/main" id="{A6E3375B-E0DD-3F1A-4F4D-4113EC18034D}"/>
              </a:ext>
            </a:extLst>
          </p:cNvPr>
          <p:cNvSpPr>
            <a:spLocks/>
          </p:cNvSpPr>
          <p:nvPr>
            <p:custDataLst>
              <p:tags r:id="rId138"/>
            </p:custDataLst>
          </p:nvPr>
        </p:nvSpPr>
        <p:spPr>
          <a:xfrm>
            <a:off x="3882189" y="1991627"/>
            <a:ext cx="358061" cy="51978"/>
          </a:xfrm>
          <a:custGeom>
            <a:avLst/>
            <a:gdLst/>
            <a:ahLst/>
            <a:cxnLst/>
            <a:rect l="0" t="0" r="0" b="0"/>
            <a:pathLst>
              <a:path w="397845" h="57753">
                <a:moveTo>
                  <a:pt x="0" y="57752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117_path_3">
            <a:extLst>
              <a:ext uri="{FF2B5EF4-FFF2-40B4-BE49-F238E27FC236}">
                <a16:creationId xmlns:a16="http://schemas.microsoft.com/office/drawing/2014/main" id="{E4D65A0C-68D0-0F50-7F03-86459AF00D4B}"/>
              </a:ext>
            </a:extLst>
          </p:cNvPr>
          <p:cNvSpPr>
            <a:spLocks/>
          </p:cNvSpPr>
          <p:nvPr>
            <p:custDataLst>
              <p:tags r:id="rId139"/>
            </p:custDataLst>
          </p:nvPr>
        </p:nvSpPr>
        <p:spPr>
          <a:xfrm>
            <a:off x="3882189" y="2084031"/>
            <a:ext cx="358061" cy="63527"/>
          </a:xfrm>
          <a:custGeom>
            <a:avLst/>
            <a:gdLst/>
            <a:ahLst/>
            <a:cxnLst/>
            <a:rect l="0" t="0" r="0" b="0"/>
            <a:pathLst>
              <a:path w="397845" h="70586">
                <a:moveTo>
                  <a:pt x="0" y="7058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7" name="117_path_4">
            <a:extLst>
              <a:ext uri="{FF2B5EF4-FFF2-40B4-BE49-F238E27FC236}">
                <a16:creationId xmlns:a16="http://schemas.microsoft.com/office/drawing/2014/main" id="{0A5DE737-1FD8-F562-FE13-EFD92E5B270D}"/>
              </a:ext>
            </a:extLst>
          </p:cNvPr>
          <p:cNvSpPr>
            <a:spLocks/>
          </p:cNvSpPr>
          <p:nvPr>
            <p:custDataLst>
              <p:tags r:id="rId140"/>
            </p:custDataLst>
          </p:nvPr>
        </p:nvSpPr>
        <p:spPr>
          <a:xfrm>
            <a:off x="3882189" y="1835698"/>
            <a:ext cx="358061" cy="248332"/>
          </a:xfrm>
          <a:custGeom>
            <a:avLst/>
            <a:gdLst/>
            <a:ahLst/>
            <a:cxnLst/>
            <a:rect l="0" t="0" r="0" b="0"/>
            <a:pathLst>
              <a:path w="397845" h="275925">
                <a:moveTo>
                  <a:pt x="0" y="0"/>
                </a:moveTo>
                <a:lnTo>
                  <a:pt x="397844" y="275924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8" name="117_path_5">
            <a:extLst>
              <a:ext uri="{FF2B5EF4-FFF2-40B4-BE49-F238E27FC236}">
                <a16:creationId xmlns:a16="http://schemas.microsoft.com/office/drawing/2014/main" id="{5E4CF53C-48C1-6206-A1C6-74B6203A5447}"/>
              </a:ext>
            </a:extLst>
          </p:cNvPr>
          <p:cNvSpPr>
            <a:spLocks/>
          </p:cNvSpPr>
          <p:nvPr>
            <p:custDataLst>
              <p:tags r:id="rId141"/>
            </p:custDataLst>
          </p:nvPr>
        </p:nvSpPr>
        <p:spPr>
          <a:xfrm>
            <a:off x="3882189" y="1939651"/>
            <a:ext cx="358061" cy="236782"/>
          </a:xfrm>
          <a:custGeom>
            <a:avLst/>
            <a:gdLst/>
            <a:ahLst/>
            <a:cxnLst/>
            <a:rect l="0" t="0" r="0" b="0"/>
            <a:pathLst>
              <a:path w="397845" h="263091">
                <a:moveTo>
                  <a:pt x="0" y="0"/>
                </a:moveTo>
                <a:lnTo>
                  <a:pt x="397844" y="26309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9" name="117_path_6">
            <a:extLst>
              <a:ext uri="{FF2B5EF4-FFF2-40B4-BE49-F238E27FC236}">
                <a16:creationId xmlns:a16="http://schemas.microsoft.com/office/drawing/2014/main" id="{9DF8630E-B5B1-8F09-79A3-BF974ECA7990}"/>
              </a:ext>
            </a:extLst>
          </p:cNvPr>
          <p:cNvSpPr>
            <a:spLocks/>
          </p:cNvSpPr>
          <p:nvPr>
            <p:custDataLst>
              <p:tags r:id="rId142"/>
            </p:custDataLst>
          </p:nvPr>
        </p:nvSpPr>
        <p:spPr>
          <a:xfrm>
            <a:off x="3882189" y="1806823"/>
            <a:ext cx="358061" cy="236783"/>
          </a:xfrm>
          <a:custGeom>
            <a:avLst/>
            <a:gdLst/>
            <a:ahLst/>
            <a:cxnLst/>
            <a:rect l="0" t="0" r="0" b="0"/>
            <a:pathLst>
              <a:path w="397845" h="263092">
                <a:moveTo>
                  <a:pt x="0" y="263091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0" name="117_path_7">
            <a:extLst>
              <a:ext uri="{FF2B5EF4-FFF2-40B4-BE49-F238E27FC236}">
                <a16:creationId xmlns:a16="http://schemas.microsoft.com/office/drawing/2014/main" id="{E02EEB79-7E06-03EB-B8FB-B03FD8E1687E}"/>
              </a:ext>
            </a:extLst>
          </p:cNvPr>
          <p:cNvSpPr>
            <a:spLocks/>
          </p:cNvSpPr>
          <p:nvPr>
            <p:custDataLst>
              <p:tags r:id="rId143"/>
            </p:custDataLst>
          </p:nvPr>
        </p:nvSpPr>
        <p:spPr>
          <a:xfrm>
            <a:off x="3882189" y="1991627"/>
            <a:ext cx="358061" cy="155930"/>
          </a:xfrm>
          <a:custGeom>
            <a:avLst/>
            <a:gdLst/>
            <a:ahLst/>
            <a:cxnLst/>
            <a:rect l="0" t="0" r="0" b="0"/>
            <a:pathLst>
              <a:path w="397845" h="173256">
                <a:moveTo>
                  <a:pt x="0" y="17325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1" name="118_path_0">
            <a:extLst>
              <a:ext uri="{FF2B5EF4-FFF2-40B4-BE49-F238E27FC236}">
                <a16:creationId xmlns:a16="http://schemas.microsoft.com/office/drawing/2014/main" id="{3ED60DCA-7B05-FF48-8568-12105F0423CB}"/>
              </a:ext>
            </a:extLst>
          </p:cNvPr>
          <p:cNvSpPr>
            <a:spLocks/>
          </p:cNvSpPr>
          <p:nvPr>
            <p:custDataLst>
              <p:tags r:id="rId144"/>
            </p:custDataLst>
          </p:nvPr>
        </p:nvSpPr>
        <p:spPr>
          <a:xfrm>
            <a:off x="4240250" y="1806823"/>
            <a:ext cx="358061" cy="28877"/>
          </a:xfrm>
          <a:custGeom>
            <a:avLst/>
            <a:gdLst/>
            <a:ahLst/>
            <a:cxnLst/>
            <a:rect l="0" t="0" r="0" b="0"/>
            <a:pathLst>
              <a:path w="397846" h="32086">
                <a:moveTo>
                  <a:pt x="0" y="0"/>
                </a:moveTo>
                <a:lnTo>
                  <a:pt x="397845" y="32085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118_path_1">
            <a:extLst>
              <a:ext uri="{FF2B5EF4-FFF2-40B4-BE49-F238E27FC236}">
                <a16:creationId xmlns:a16="http://schemas.microsoft.com/office/drawing/2014/main" id="{6A669321-3BE5-9B43-51D7-2E311A2FE14F}"/>
              </a:ext>
            </a:extLst>
          </p:cNvPr>
          <p:cNvSpPr>
            <a:spLocks/>
          </p:cNvSpPr>
          <p:nvPr>
            <p:custDataLst>
              <p:tags r:id="rId145"/>
            </p:custDataLst>
          </p:nvPr>
        </p:nvSpPr>
        <p:spPr>
          <a:xfrm>
            <a:off x="4240250" y="1899225"/>
            <a:ext cx="358061" cy="40427"/>
          </a:xfrm>
          <a:custGeom>
            <a:avLst/>
            <a:gdLst/>
            <a:ahLst/>
            <a:cxnLst/>
            <a:rect l="0" t="0" r="0" b="0"/>
            <a:pathLst>
              <a:path w="397846" h="44919">
                <a:moveTo>
                  <a:pt x="0" y="0"/>
                </a:moveTo>
                <a:lnTo>
                  <a:pt x="397845" y="44918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3" name="118_path_2">
            <a:extLst>
              <a:ext uri="{FF2B5EF4-FFF2-40B4-BE49-F238E27FC236}">
                <a16:creationId xmlns:a16="http://schemas.microsoft.com/office/drawing/2014/main" id="{C3F6DF16-1284-98D7-A62B-57B47934C8CB}"/>
              </a:ext>
            </a:extLst>
          </p:cNvPr>
          <p:cNvSpPr>
            <a:spLocks/>
          </p:cNvSpPr>
          <p:nvPr>
            <p:custDataLst>
              <p:tags r:id="rId146"/>
            </p:custDataLst>
          </p:nvPr>
        </p:nvSpPr>
        <p:spPr>
          <a:xfrm>
            <a:off x="4240250" y="1991627"/>
            <a:ext cx="358061" cy="51978"/>
          </a:xfrm>
          <a:custGeom>
            <a:avLst/>
            <a:gdLst/>
            <a:ahLst/>
            <a:cxnLst/>
            <a:rect l="0" t="0" r="0" b="0"/>
            <a:pathLst>
              <a:path w="397846" h="57753">
                <a:moveTo>
                  <a:pt x="0" y="0"/>
                </a:moveTo>
                <a:lnTo>
                  <a:pt x="397845" y="57752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118_path_3">
            <a:extLst>
              <a:ext uri="{FF2B5EF4-FFF2-40B4-BE49-F238E27FC236}">
                <a16:creationId xmlns:a16="http://schemas.microsoft.com/office/drawing/2014/main" id="{22257079-2191-7FC0-13F9-79B0DE3C8EBC}"/>
              </a:ext>
            </a:extLst>
          </p:cNvPr>
          <p:cNvSpPr>
            <a:spLocks/>
          </p:cNvSpPr>
          <p:nvPr>
            <p:custDataLst>
              <p:tags r:id="rId147"/>
            </p:custDataLst>
          </p:nvPr>
        </p:nvSpPr>
        <p:spPr>
          <a:xfrm>
            <a:off x="4240250" y="2084031"/>
            <a:ext cx="358061" cy="63527"/>
          </a:xfrm>
          <a:custGeom>
            <a:avLst/>
            <a:gdLst/>
            <a:ahLst/>
            <a:cxnLst/>
            <a:rect l="0" t="0" r="0" b="0"/>
            <a:pathLst>
              <a:path w="397846" h="70586">
                <a:moveTo>
                  <a:pt x="0" y="0"/>
                </a:moveTo>
                <a:lnTo>
                  <a:pt x="397845" y="70585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5" name="118_path_4">
            <a:extLst>
              <a:ext uri="{FF2B5EF4-FFF2-40B4-BE49-F238E27FC236}">
                <a16:creationId xmlns:a16="http://schemas.microsoft.com/office/drawing/2014/main" id="{49314D9D-13E4-3D35-4D05-E6B72A7BBC36}"/>
              </a:ext>
            </a:extLst>
          </p:cNvPr>
          <p:cNvSpPr>
            <a:spLocks/>
          </p:cNvSpPr>
          <p:nvPr>
            <p:custDataLst>
              <p:tags r:id="rId148"/>
            </p:custDataLst>
          </p:nvPr>
        </p:nvSpPr>
        <p:spPr>
          <a:xfrm>
            <a:off x="4240250" y="1939651"/>
            <a:ext cx="358061" cy="236782"/>
          </a:xfrm>
          <a:custGeom>
            <a:avLst/>
            <a:gdLst/>
            <a:ahLst/>
            <a:cxnLst/>
            <a:rect l="0" t="0" r="0" b="0"/>
            <a:pathLst>
              <a:path w="397846" h="263091">
                <a:moveTo>
                  <a:pt x="0" y="263090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" name="118_path_5">
            <a:extLst>
              <a:ext uri="{FF2B5EF4-FFF2-40B4-BE49-F238E27FC236}">
                <a16:creationId xmlns:a16="http://schemas.microsoft.com/office/drawing/2014/main" id="{678A927F-0899-7F10-A55E-A6EDDDCFE5E4}"/>
              </a:ext>
            </a:extLst>
          </p:cNvPr>
          <p:cNvSpPr>
            <a:spLocks/>
          </p:cNvSpPr>
          <p:nvPr>
            <p:custDataLst>
              <p:tags r:id="rId149"/>
            </p:custDataLst>
          </p:nvPr>
        </p:nvSpPr>
        <p:spPr>
          <a:xfrm>
            <a:off x="4240250" y="1806822"/>
            <a:ext cx="358061" cy="340736"/>
          </a:xfrm>
          <a:custGeom>
            <a:avLst/>
            <a:gdLst/>
            <a:ahLst/>
            <a:cxnLst/>
            <a:rect l="0" t="0" r="0" b="0"/>
            <a:pathLst>
              <a:path w="397846" h="378595">
                <a:moveTo>
                  <a:pt x="0" y="0"/>
                </a:moveTo>
                <a:lnTo>
                  <a:pt x="397845" y="378594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7" name="118_path_6">
            <a:extLst>
              <a:ext uri="{FF2B5EF4-FFF2-40B4-BE49-F238E27FC236}">
                <a16:creationId xmlns:a16="http://schemas.microsoft.com/office/drawing/2014/main" id="{DD03DE9C-16AD-25A6-EFB2-D33F3B511E98}"/>
              </a:ext>
            </a:extLst>
          </p:cNvPr>
          <p:cNvSpPr>
            <a:spLocks/>
          </p:cNvSpPr>
          <p:nvPr>
            <p:custDataLst>
              <p:tags r:id="rId150"/>
            </p:custDataLst>
          </p:nvPr>
        </p:nvSpPr>
        <p:spPr>
          <a:xfrm>
            <a:off x="4240250" y="1835698"/>
            <a:ext cx="358061" cy="155929"/>
          </a:xfrm>
          <a:custGeom>
            <a:avLst/>
            <a:gdLst/>
            <a:ahLst/>
            <a:cxnLst/>
            <a:rect l="0" t="0" r="0" b="0"/>
            <a:pathLst>
              <a:path w="397846" h="173255">
                <a:moveTo>
                  <a:pt x="0" y="173254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8" name="118_path_7">
            <a:extLst>
              <a:ext uri="{FF2B5EF4-FFF2-40B4-BE49-F238E27FC236}">
                <a16:creationId xmlns:a16="http://schemas.microsoft.com/office/drawing/2014/main" id="{462BAE01-6033-C246-274A-2A7CDD8A4CB4}"/>
              </a:ext>
            </a:extLst>
          </p:cNvPr>
          <p:cNvSpPr>
            <a:spLocks/>
          </p:cNvSpPr>
          <p:nvPr>
            <p:custDataLst>
              <p:tags r:id="rId151"/>
            </p:custDataLst>
          </p:nvPr>
        </p:nvSpPr>
        <p:spPr>
          <a:xfrm>
            <a:off x="4240250" y="2043605"/>
            <a:ext cx="358061" cy="132829"/>
          </a:xfrm>
          <a:custGeom>
            <a:avLst/>
            <a:gdLst/>
            <a:ahLst/>
            <a:cxnLst/>
            <a:rect l="0" t="0" r="0" b="0"/>
            <a:pathLst>
              <a:path w="397846" h="147588">
                <a:moveTo>
                  <a:pt x="0" y="147587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PN_shape_119_circle">
            <a:extLst>
              <a:ext uri="{FF2B5EF4-FFF2-40B4-BE49-F238E27FC236}">
                <a16:creationId xmlns:a16="http://schemas.microsoft.com/office/drawing/2014/main" id="{98E263D2-5E7A-476C-17E5-5D2526B99C99}"/>
              </a:ext>
            </a:extLst>
          </p:cNvPr>
          <p:cNvSpPr/>
          <p:nvPr>
            <p:custDataLst>
              <p:tags r:id="rId152"/>
            </p:custDataLst>
          </p:nvPr>
        </p:nvSpPr>
        <p:spPr>
          <a:xfrm>
            <a:off x="3841763" y="1795272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2" name="PN_shape_120_circle">
            <a:extLst>
              <a:ext uri="{FF2B5EF4-FFF2-40B4-BE49-F238E27FC236}">
                <a16:creationId xmlns:a16="http://schemas.microsoft.com/office/drawing/2014/main" id="{303555D2-B8D6-2750-877C-BCF4EF09EFE2}"/>
              </a:ext>
            </a:extLst>
          </p:cNvPr>
          <p:cNvSpPr/>
          <p:nvPr>
            <p:custDataLst>
              <p:tags r:id="rId153"/>
            </p:custDataLst>
          </p:nvPr>
        </p:nvSpPr>
        <p:spPr>
          <a:xfrm>
            <a:off x="3841763" y="1899225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PN_shape_121_circle">
            <a:extLst>
              <a:ext uri="{FF2B5EF4-FFF2-40B4-BE49-F238E27FC236}">
                <a16:creationId xmlns:a16="http://schemas.microsoft.com/office/drawing/2014/main" id="{BC6C3E99-CA3A-F5A3-C400-9F2F1350E94C}"/>
              </a:ext>
            </a:extLst>
          </p:cNvPr>
          <p:cNvSpPr/>
          <p:nvPr>
            <p:custDataLst>
              <p:tags r:id="rId154"/>
            </p:custDataLst>
          </p:nvPr>
        </p:nvSpPr>
        <p:spPr>
          <a:xfrm>
            <a:off x="3841763" y="2003178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" name="PN_shape_122_circle">
            <a:extLst>
              <a:ext uri="{FF2B5EF4-FFF2-40B4-BE49-F238E27FC236}">
                <a16:creationId xmlns:a16="http://schemas.microsoft.com/office/drawing/2014/main" id="{E60D4A7B-2AA0-A362-0F15-28C60A6DC2F8}"/>
              </a:ext>
            </a:extLst>
          </p:cNvPr>
          <p:cNvSpPr/>
          <p:nvPr>
            <p:custDataLst>
              <p:tags r:id="rId155"/>
            </p:custDataLst>
          </p:nvPr>
        </p:nvSpPr>
        <p:spPr>
          <a:xfrm>
            <a:off x="3841763" y="2107130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PN_shape_123_circle">
            <a:extLst>
              <a:ext uri="{FF2B5EF4-FFF2-40B4-BE49-F238E27FC236}">
                <a16:creationId xmlns:a16="http://schemas.microsoft.com/office/drawing/2014/main" id="{A4D6C892-CEAE-3156-AF48-4F8BC730A5B9}"/>
              </a:ext>
            </a:extLst>
          </p:cNvPr>
          <p:cNvSpPr/>
          <p:nvPr>
            <p:custDataLst>
              <p:tags r:id="rId156"/>
            </p:custDataLst>
          </p:nvPr>
        </p:nvSpPr>
        <p:spPr>
          <a:xfrm>
            <a:off x="4557883" y="1795272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6" name="PN_shape_124_circle">
            <a:extLst>
              <a:ext uri="{FF2B5EF4-FFF2-40B4-BE49-F238E27FC236}">
                <a16:creationId xmlns:a16="http://schemas.microsoft.com/office/drawing/2014/main" id="{C0231A46-8F66-07A1-B6D7-AAF5C8482018}"/>
              </a:ext>
            </a:extLst>
          </p:cNvPr>
          <p:cNvSpPr/>
          <p:nvPr>
            <p:custDataLst>
              <p:tags r:id="rId157"/>
            </p:custDataLst>
          </p:nvPr>
        </p:nvSpPr>
        <p:spPr>
          <a:xfrm>
            <a:off x="4557883" y="1899225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PN_shape_125_circle">
            <a:extLst>
              <a:ext uri="{FF2B5EF4-FFF2-40B4-BE49-F238E27FC236}">
                <a16:creationId xmlns:a16="http://schemas.microsoft.com/office/drawing/2014/main" id="{2E9FEA48-4567-D4DF-4F1D-A58521B1D7EF}"/>
              </a:ext>
            </a:extLst>
          </p:cNvPr>
          <p:cNvSpPr/>
          <p:nvPr>
            <p:custDataLst>
              <p:tags r:id="rId158"/>
            </p:custDataLst>
          </p:nvPr>
        </p:nvSpPr>
        <p:spPr>
          <a:xfrm>
            <a:off x="4557883" y="2003178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PN_shape_126_circle">
            <a:extLst>
              <a:ext uri="{FF2B5EF4-FFF2-40B4-BE49-F238E27FC236}">
                <a16:creationId xmlns:a16="http://schemas.microsoft.com/office/drawing/2014/main" id="{CA433183-0F48-2762-5506-DCA421A8E135}"/>
              </a:ext>
            </a:extLst>
          </p:cNvPr>
          <p:cNvSpPr/>
          <p:nvPr>
            <p:custDataLst>
              <p:tags r:id="rId159"/>
            </p:custDataLst>
          </p:nvPr>
        </p:nvSpPr>
        <p:spPr>
          <a:xfrm>
            <a:off x="4557883" y="2107130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PN_shape_127_circle">
            <a:extLst>
              <a:ext uri="{FF2B5EF4-FFF2-40B4-BE49-F238E27FC236}">
                <a16:creationId xmlns:a16="http://schemas.microsoft.com/office/drawing/2014/main" id="{4EF10923-2ECB-0423-9026-C266138EA9B9}"/>
              </a:ext>
            </a:extLst>
          </p:cNvPr>
          <p:cNvSpPr/>
          <p:nvPr>
            <p:custDataLst>
              <p:tags r:id="rId160"/>
            </p:custDataLst>
          </p:nvPr>
        </p:nvSpPr>
        <p:spPr>
          <a:xfrm>
            <a:off x="4199823" y="1766396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0" name="PN_shape_128_circle">
            <a:extLst>
              <a:ext uri="{FF2B5EF4-FFF2-40B4-BE49-F238E27FC236}">
                <a16:creationId xmlns:a16="http://schemas.microsoft.com/office/drawing/2014/main" id="{394A6990-5296-9069-96DE-96B0E1C09C01}"/>
              </a:ext>
            </a:extLst>
          </p:cNvPr>
          <p:cNvSpPr/>
          <p:nvPr>
            <p:custDataLst>
              <p:tags r:id="rId161"/>
            </p:custDataLst>
          </p:nvPr>
        </p:nvSpPr>
        <p:spPr>
          <a:xfrm>
            <a:off x="4199823" y="1858799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PN_shape_129_circle">
            <a:extLst>
              <a:ext uri="{FF2B5EF4-FFF2-40B4-BE49-F238E27FC236}">
                <a16:creationId xmlns:a16="http://schemas.microsoft.com/office/drawing/2014/main" id="{7BEC4ADC-5743-8253-64E3-11C39434661E}"/>
              </a:ext>
            </a:extLst>
          </p:cNvPr>
          <p:cNvSpPr/>
          <p:nvPr>
            <p:custDataLst>
              <p:tags r:id="rId162"/>
            </p:custDataLst>
          </p:nvPr>
        </p:nvSpPr>
        <p:spPr>
          <a:xfrm>
            <a:off x="4199823" y="1951201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" name="PN_shape_130_circle">
            <a:extLst>
              <a:ext uri="{FF2B5EF4-FFF2-40B4-BE49-F238E27FC236}">
                <a16:creationId xmlns:a16="http://schemas.microsoft.com/office/drawing/2014/main" id="{4D50BCA5-89B4-8F8A-7160-B56E020128BC}"/>
              </a:ext>
            </a:extLst>
          </p:cNvPr>
          <p:cNvSpPr/>
          <p:nvPr>
            <p:custDataLst>
              <p:tags r:id="rId163"/>
            </p:custDataLst>
          </p:nvPr>
        </p:nvSpPr>
        <p:spPr>
          <a:xfrm>
            <a:off x="4199823" y="2043604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3" name="PN_shape_131_circle">
            <a:extLst>
              <a:ext uri="{FF2B5EF4-FFF2-40B4-BE49-F238E27FC236}">
                <a16:creationId xmlns:a16="http://schemas.microsoft.com/office/drawing/2014/main" id="{84E286A5-5219-B659-BF92-381982410233}"/>
              </a:ext>
            </a:extLst>
          </p:cNvPr>
          <p:cNvSpPr/>
          <p:nvPr>
            <p:custDataLst>
              <p:tags r:id="rId164"/>
            </p:custDataLst>
          </p:nvPr>
        </p:nvSpPr>
        <p:spPr>
          <a:xfrm>
            <a:off x="4199823" y="2136006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4" name="PN_shape_132_rect">
            <a:extLst>
              <a:ext uri="{FF2B5EF4-FFF2-40B4-BE49-F238E27FC236}">
                <a16:creationId xmlns:a16="http://schemas.microsoft.com/office/drawing/2014/main" id="{1FD3F735-E1E9-F050-BE6B-97CA24908CA7}"/>
              </a:ext>
            </a:extLst>
          </p:cNvPr>
          <p:cNvSpPr/>
          <p:nvPr>
            <p:custDataLst>
              <p:tags r:id="rId165"/>
            </p:custDataLst>
          </p:nvPr>
        </p:nvSpPr>
        <p:spPr>
          <a:xfrm>
            <a:off x="3311092" y="2780899"/>
            <a:ext cx="359343" cy="372177"/>
          </a:xfrm>
          <a:prstGeom prst="roundRect">
            <a:avLst>
              <a:gd name="adj" fmla="val 5172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5" name="PN_text_133_text">
            <a:extLst>
              <a:ext uri="{FF2B5EF4-FFF2-40B4-BE49-F238E27FC236}">
                <a16:creationId xmlns:a16="http://schemas.microsoft.com/office/drawing/2014/main" id="{C5A71CA5-2ABB-935C-8995-6EA66E626358}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3426914" y="2871761"/>
            <a:ext cx="127695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38B8E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166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i</a:t>
            </a:r>
            <a:endParaRPr lang="zh-CN" altLang="en-US" sz="1166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9" name="134_path_0">
            <a:extLst>
              <a:ext uri="{FF2B5EF4-FFF2-40B4-BE49-F238E27FC236}">
                <a16:creationId xmlns:a16="http://schemas.microsoft.com/office/drawing/2014/main" id="{DD12DE8B-C9FB-BD39-FBD3-A798DA544F3D}"/>
              </a:ext>
            </a:extLst>
          </p:cNvPr>
          <p:cNvSpPr>
            <a:spLocks/>
          </p:cNvSpPr>
          <p:nvPr>
            <p:custDataLst>
              <p:tags r:id="rId167"/>
            </p:custDataLst>
          </p:nvPr>
        </p:nvSpPr>
        <p:spPr>
          <a:xfrm>
            <a:off x="3683266" y="2966987"/>
            <a:ext cx="141172" cy="0"/>
          </a:xfrm>
          <a:custGeom>
            <a:avLst/>
            <a:gdLst>
              <a:gd name="csX0" fmla="*/ 0 w 141172"/>
              <a:gd name="csY0" fmla="*/ 0 h 0"/>
              <a:gd name="csX1" fmla="*/ 141172 w 141172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172">
                <a:moveTo>
                  <a:pt x="0" y="0"/>
                </a:moveTo>
                <a:lnTo>
                  <a:pt x="141172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134_path_arrow_0">
            <a:extLst>
              <a:ext uri="{FF2B5EF4-FFF2-40B4-BE49-F238E27FC236}">
                <a16:creationId xmlns:a16="http://schemas.microsoft.com/office/drawing/2014/main" id="{F2752BAE-326C-1ABB-A4E4-52402DA4A0AC}"/>
              </a:ext>
            </a:extLst>
          </p:cNvPr>
          <p:cNvSpPr/>
          <p:nvPr>
            <p:custDataLst>
              <p:tags r:id="rId168"/>
            </p:custDataLst>
          </p:nvPr>
        </p:nvSpPr>
        <p:spPr>
          <a:xfrm>
            <a:off x="3766488" y="2944479"/>
            <a:ext cx="77002" cy="54543"/>
          </a:xfrm>
          <a:custGeom>
            <a:avLst/>
            <a:gdLst>
              <a:gd name="csX0" fmla="*/ 77002 w 77002"/>
              <a:gd name="csY0" fmla="*/ 27270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1" name="135_path_0">
            <a:extLst>
              <a:ext uri="{FF2B5EF4-FFF2-40B4-BE49-F238E27FC236}">
                <a16:creationId xmlns:a16="http://schemas.microsoft.com/office/drawing/2014/main" id="{38C0C5AA-8558-2D45-51F9-ADFCBD25CA3E}"/>
              </a:ext>
            </a:extLst>
          </p:cNvPr>
          <p:cNvSpPr>
            <a:spLocks/>
          </p:cNvSpPr>
          <p:nvPr>
            <p:custDataLst>
              <p:tags r:id="rId169"/>
            </p:custDataLst>
          </p:nvPr>
        </p:nvSpPr>
        <p:spPr>
          <a:xfrm>
            <a:off x="3882189" y="2782183"/>
            <a:ext cx="358061" cy="28877"/>
          </a:xfrm>
          <a:custGeom>
            <a:avLst/>
            <a:gdLst/>
            <a:ahLst/>
            <a:cxnLst/>
            <a:rect l="0" t="0" r="0" b="0"/>
            <a:pathLst>
              <a:path w="397845" h="32086">
                <a:moveTo>
                  <a:pt x="0" y="3208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2" name="135_path_1">
            <a:extLst>
              <a:ext uri="{FF2B5EF4-FFF2-40B4-BE49-F238E27FC236}">
                <a16:creationId xmlns:a16="http://schemas.microsoft.com/office/drawing/2014/main" id="{852A5CAD-08CE-644B-93C9-1AC01AC8E9AC}"/>
              </a:ext>
            </a:extLst>
          </p:cNvPr>
          <p:cNvSpPr>
            <a:spLocks/>
          </p:cNvSpPr>
          <p:nvPr>
            <p:custDataLst>
              <p:tags r:id="rId170"/>
            </p:custDataLst>
          </p:nvPr>
        </p:nvSpPr>
        <p:spPr>
          <a:xfrm>
            <a:off x="3882189" y="2874585"/>
            <a:ext cx="358061" cy="40427"/>
          </a:xfrm>
          <a:custGeom>
            <a:avLst/>
            <a:gdLst/>
            <a:ahLst/>
            <a:cxnLst/>
            <a:rect l="0" t="0" r="0" b="0"/>
            <a:pathLst>
              <a:path w="397845" h="44919">
                <a:moveTo>
                  <a:pt x="0" y="44918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135_path_2">
            <a:extLst>
              <a:ext uri="{FF2B5EF4-FFF2-40B4-BE49-F238E27FC236}">
                <a16:creationId xmlns:a16="http://schemas.microsoft.com/office/drawing/2014/main" id="{CD2D91DB-4727-8D47-18B3-D2F149600E86}"/>
              </a:ext>
            </a:extLst>
          </p:cNvPr>
          <p:cNvSpPr>
            <a:spLocks/>
          </p:cNvSpPr>
          <p:nvPr>
            <p:custDataLst>
              <p:tags r:id="rId171"/>
            </p:custDataLst>
          </p:nvPr>
        </p:nvSpPr>
        <p:spPr>
          <a:xfrm>
            <a:off x="3882189" y="2966987"/>
            <a:ext cx="358061" cy="51978"/>
          </a:xfrm>
          <a:custGeom>
            <a:avLst/>
            <a:gdLst/>
            <a:ahLst/>
            <a:cxnLst/>
            <a:rect l="0" t="0" r="0" b="0"/>
            <a:pathLst>
              <a:path w="397845" h="57753">
                <a:moveTo>
                  <a:pt x="0" y="57752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4" name="135_path_3">
            <a:extLst>
              <a:ext uri="{FF2B5EF4-FFF2-40B4-BE49-F238E27FC236}">
                <a16:creationId xmlns:a16="http://schemas.microsoft.com/office/drawing/2014/main" id="{9512F0A1-0CFC-872E-DA01-CA03C6C64049}"/>
              </a:ext>
            </a:extLst>
          </p:cNvPr>
          <p:cNvSpPr>
            <a:spLocks/>
          </p:cNvSpPr>
          <p:nvPr>
            <p:custDataLst>
              <p:tags r:id="rId172"/>
            </p:custDataLst>
          </p:nvPr>
        </p:nvSpPr>
        <p:spPr>
          <a:xfrm>
            <a:off x="3882189" y="3059391"/>
            <a:ext cx="358061" cy="63527"/>
          </a:xfrm>
          <a:custGeom>
            <a:avLst/>
            <a:gdLst/>
            <a:ahLst/>
            <a:cxnLst/>
            <a:rect l="0" t="0" r="0" b="0"/>
            <a:pathLst>
              <a:path w="397845" h="70586">
                <a:moveTo>
                  <a:pt x="0" y="7058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5" name="135_path_4">
            <a:extLst>
              <a:ext uri="{FF2B5EF4-FFF2-40B4-BE49-F238E27FC236}">
                <a16:creationId xmlns:a16="http://schemas.microsoft.com/office/drawing/2014/main" id="{E044C648-2AB8-A6C9-EFE2-F00E8AF8875A}"/>
              </a:ext>
            </a:extLst>
          </p:cNvPr>
          <p:cNvSpPr>
            <a:spLocks/>
          </p:cNvSpPr>
          <p:nvPr>
            <p:custDataLst>
              <p:tags r:id="rId173"/>
            </p:custDataLst>
          </p:nvPr>
        </p:nvSpPr>
        <p:spPr>
          <a:xfrm>
            <a:off x="3882189" y="2811058"/>
            <a:ext cx="358061" cy="248332"/>
          </a:xfrm>
          <a:custGeom>
            <a:avLst/>
            <a:gdLst/>
            <a:ahLst/>
            <a:cxnLst/>
            <a:rect l="0" t="0" r="0" b="0"/>
            <a:pathLst>
              <a:path w="397845" h="275925">
                <a:moveTo>
                  <a:pt x="0" y="0"/>
                </a:moveTo>
                <a:lnTo>
                  <a:pt x="397844" y="275924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6" name="135_path_5">
            <a:extLst>
              <a:ext uri="{FF2B5EF4-FFF2-40B4-BE49-F238E27FC236}">
                <a16:creationId xmlns:a16="http://schemas.microsoft.com/office/drawing/2014/main" id="{557DBD55-D042-5AA1-9FAF-B23C241D771A}"/>
              </a:ext>
            </a:extLst>
          </p:cNvPr>
          <p:cNvSpPr>
            <a:spLocks/>
          </p:cNvSpPr>
          <p:nvPr>
            <p:custDataLst>
              <p:tags r:id="rId174"/>
            </p:custDataLst>
          </p:nvPr>
        </p:nvSpPr>
        <p:spPr>
          <a:xfrm>
            <a:off x="3882189" y="2915011"/>
            <a:ext cx="358061" cy="236782"/>
          </a:xfrm>
          <a:custGeom>
            <a:avLst/>
            <a:gdLst/>
            <a:ahLst/>
            <a:cxnLst/>
            <a:rect l="0" t="0" r="0" b="0"/>
            <a:pathLst>
              <a:path w="397845" h="263091">
                <a:moveTo>
                  <a:pt x="0" y="0"/>
                </a:moveTo>
                <a:lnTo>
                  <a:pt x="397844" y="26309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7" name="135_path_6">
            <a:extLst>
              <a:ext uri="{FF2B5EF4-FFF2-40B4-BE49-F238E27FC236}">
                <a16:creationId xmlns:a16="http://schemas.microsoft.com/office/drawing/2014/main" id="{B77F999E-A6B5-DC8B-72C7-E9D923DC04EB}"/>
              </a:ext>
            </a:extLst>
          </p:cNvPr>
          <p:cNvSpPr>
            <a:spLocks/>
          </p:cNvSpPr>
          <p:nvPr>
            <p:custDataLst>
              <p:tags r:id="rId175"/>
            </p:custDataLst>
          </p:nvPr>
        </p:nvSpPr>
        <p:spPr>
          <a:xfrm>
            <a:off x="3882189" y="2782183"/>
            <a:ext cx="358061" cy="236783"/>
          </a:xfrm>
          <a:custGeom>
            <a:avLst/>
            <a:gdLst/>
            <a:ahLst/>
            <a:cxnLst/>
            <a:rect l="0" t="0" r="0" b="0"/>
            <a:pathLst>
              <a:path w="397845" h="263092">
                <a:moveTo>
                  <a:pt x="0" y="263091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135_path_7">
            <a:extLst>
              <a:ext uri="{FF2B5EF4-FFF2-40B4-BE49-F238E27FC236}">
                <a16:creationId xmlns:a16="http://schemas.microsoft.com/office/drawing/2014/main" id="{8C5AD9EA-B389-9BF6-BD4F-03ECCCDC21EA}"/>
              </a:ext>
            </a:extLst>
          </p:cNvPr>
          <p:cNvSpPr>
            <a:spLocks/>
          </p:cNvSpPr>
          <p:nvPr>
            <p:custDataLst>
              <p:tags r:id="rId176"/>
            </p:custDataLst>
          </p:nvPr>
        </p:nvSpPr>
        <p:spPr>
          <a:xfrm>
            <a:off x="3882189" y="2966987"/>
            <a:ext cx="358061" cy="155930"/>
          </a:xfrm>
          <a:custGeom>
            <a:avLst/>
            <a:gdLst/>
            <a:ahLst/>
            <a:cxnLst/>
            <a:rect l="0" t="0" r="0" b="0"/>
            <a:pathLst>
              <a:path w="397845" h="173256">
                <a:moveTo>
                  <a:pt x="0" y="17325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9" name="136_path_0">
            <a:extLst>
              <a:ext uri="{FF2B5EF4-FFF2-40B4-BE49-F238E27FC236}">
                <a16:creationId xmlns:a16="http://schemas.microsoft.com/office/drawing/2014/main" id="{D5A6DA5F-5872-572A-1411-B34446D6B961}"/>
              </a:ext>
            </a:extLst>
          </p:cNvPr>
          <p:cNvSpPr>
            <a:spLocks/>
          </p:cNvSpPr>
          <p:nvPr>
            <p:custDataLst>
              <p:tags r:id="rId177"/>
            </p:custDataLst>
          </p:nvPr>
        </p:nvSpPr>
        <p:spPr>
          <a:xfrm>
            <a:off x="4240250" y="2782183"/>
            <a:ext cx="358061" cy="28877"/>
          </a:xfrm>
          <a:custGeom>
            <a:avLst/>
            <a:gdLst/>
            <a:ahLst/>
            <a:cxnLst/>
            <a:rect l="0" t="0" r="0" b="0"/>
            <a:pathLst>
              <a:path w="397846" h="32086">
                <a:moveTo>
                  <a:pt x="0" y="0"/>
                </a:moveTo>
                <a:lnTo>
                  <a:pt x="397845" y="32085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0" name="136_path_1">
            <a:extLst>
              <a:ext uri="{FF2B5EF4-FFF2-40B4-BE49-F238E27FC236}">
                <a16:creationId xmlns:a16="http://schemas.microsoft.com/office/drawing/2014/main" id="{EC18E893-9BF6-B71F-EBF7-DF15B20E3EE9}"/>
              </a:ext>
            </a:extLst>
          </p:cNvPr>
          <p:cNvSpPr>
            <a:spLocks/>
          </p:cNvSpPr>
          <p:nvPr>
            <p:custDataLst>
              <p:tags r:id="rId178"/>
            </p:custDataLst>
          </p:nvPr>
        </p:nvSpPr>
        <p:spPr>
          <a:xfrm>
            <a:off x="4240250" y="2874585"/>
            <a:ext cx="358061" cy="40427"/>
          </a:xfrm>
          <a:custGeom>
            <a:avLst/>
            <a:gdLst/>
            <a:ahLst/>
            <a:cxnLst/>
            <a:rect l="0" t="0" r="0" b="0"/>
            <a:pathLst>
              <a:path w="397846" h="44919">
                <a:moveTo>
                  <a:pt x="0" y="0"/>
                </a:moveTo>
                <a:lnTo>
                  <a:pt x="397845" y="44918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1" name="136_path_2">
            <a:extLst>
              <a:ext uri="{FF2B5EF4-FFF2-40B4-BE49-F238E27FC236}">
                <a16:creationId xmlns:a16="http://schemas.microsoft.com/office/drawing/2014/main" id="{EF273EF2-154C-5CE2-88AD-F9E1E83E5D51}"/>
              </a:ext>
            </a:extLst>
          </p:cNvPr>
          <p:cNvSpPr>
            <a:spLocks/>
          </p:cNvSpPr>
          <p:nvPr>
            <p:custDataLst>
              <p:tags r:id="rId179"/>
            </p:custDataLst>
          </p:nvPr>
        </p:nvSpPr>
        <p:spPr>
          <a:xfrm>
            <a:off x="4240250" y="2966987"/>
            <a:ext cx="358061" cy="51978"/>
          </a:xfrm>
          <a:custGeom>
            <a:avLst/>
            <a:gdLst/>
            <a:ahLst/>
            <a:cxnLst/>
            <a:rect l="0" t="0" r="0" b="0"/>
            <a:pathLst>
              <a:path w="397846" h="57753">
                <a:moveTo>
                  <a:pt x="0" y="0"/>
                </a:moveTo>
                <a:lnTo>
                  <a:pt x="397845" y="57752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2" name="136_path_3">
            <a:extLst>
              <a:ext uri="{FF2B5EF4-FFF2-40B4-BE49-F238E27FC236}">
                <a16:creationId xmlns:a16="http://schemas.microsoft.com/office/drawing/2014/main" id="{E70A2CA2-294D-608D-4F6A-A586AD9F7229}"/>
              </a:ext>
            </a:extLst>
          </p:cNvPr>
          <p:cNvSpPr>
            <a:spLocks/>
          </p:cNvSpPr>
          <p:nvPr>
            <p:custDataLst>
              <p:tags r:id="rId180"/>
            </p:custDataLst>
          </p:nvPr>
        </p:nvSpPr>
        <p:spPr>
          <a:xfrm>
            <a:off x="4240250" y="3059391"/>
            <a:ext cx="358061" cy="63527"/>
          </a:xfrm>
          <a:custGeom>
            <a:avLst/>
            <a:gdLst/>
            <a:ahLst/>
            <a:cxnLst/>
            <a:rect l="0" t="0" r="0" b="0"/>
            <a:pathLst>
              <a:path w="397846" h="70586">
                <a:moveTo>
                  <a:pt x="0" y="0"/>
                </a:moveTo>
                <a:lnTo>
                  <a:pt x="397845" y="70585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3" name="136_path_4">
            <a:extLst>
              <a:ext uri="{FF2B5EF4-FFF2-40B4-BE49-F238E27FC236}">
                <a16:creationId xmlns:a16="http://schemas.microsoft.com/office/drawing/2014/main" id="{EC1D4046-8038-7FB0-9CB9-759A8A9FEB61}"/>
              </a:ext>
            </a:extLst>
          </p:cNvPr>
          <p:cNvSpPr>
            <a:spLocks/>
          </p:cNvSpPr>
          <p:nvPr>
            <p:custDataLst>
              <p:tags r:id="rId181"/>
            </p:custDataLst>
          </p:nvPr>
        </p:nvSpPr>
        <p:spPr>
          <a:xfrm>
            <a:off x="4240250" y="2915011"/>
            <a:ext cx="358061" cy="236782"/>
          </a:xfrm>
          <a:custGeom>
            <a:avLst/>
            <a:gdLst/>
            <a:ahLst/>
            <a:cxnLst/>
            <a:rect l="0" t="0" r="0" b="0"/>
            <a:pathLst>
              <a:path w="397846" h="263091">
                <a:moveTo>
                  <a:pt x="0" y="263090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136_path_5">
            <a:extLst>
              <a:ext uri="{FF2B5EF4-FFF2-40B4-BE49-F238E27FC236}">
                <a16:creationId xmlns:a16="http://schemas.microsoft.com/office/drawing/2014/main" id="{975CAD38-FDCE-30D8-9F43-B58EBF12F48D}"/>
              </a:ext>
            </a:extLst>
          </p:cNvPr>
          <p:cNvSpPr>
            <a:spLocks/>
          </p:cNvSpPr>
          <p:nvPr>
            <p:custDataLst>
              <p:tags r:id="rId182"/>
            </p:custDataLst>
          </p:nvPr>
        </p:nvSpPr>
        <p:spPr>
          <a:xfrm>
            <a:off x="4240250" y="2782182"/>
            <a:ext cx="358061" cy="340736"/>
          </a:xfrm>
          <a:custGeom>
            <a:avLst/>
            <a:gdLst/>
            <a:ahLst/>
            <a:cxnLst/>
            <a:rect l="0" t="0" r="0" b="0"/>
            <a:pathLst>
              <a:path w="397846" h="378595">
                <a:moveTo>
                  <a:pt x="0" y="0"/>
                </a:moveTo>
                <a:lnTo>
                  <a:pt x="397845" y="378594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136_path_6">
            <a:extLst>
              <a:ext uri="{FF2B5EF4-FFF2-40B4-BE49-F238E27FC236}">
                <a16:creationId xmlns:a16="http://schemas.microsoft.com/office/drawing/2014/main" id="{F7F70A6F-61EA-8F5C-857E-D1A5D2A330C5}"/>
              </a:ext>
            </a:extLst>
          </p:cNvPr>
          <p:cNvSpPr>
            <a:spLocks/>
          </p:cNvSpPr>
          <p:nvPr>
            <p:custDataLst>
              <p:tags r:id="rId183"/>
            </p:custDataLst>
          </p:nvPr>
        </p:nvSpPr>
        <p:spPr>
          <a:xfrm>
            <a:off x="4240250" y="2811058"/>
            <a:ext cx="358061" cy="155929"/>
          </a:xfrm>
          <a:custGeom>
            <a:avLst/>
            <a:gdLst/>
            <a:ahLst/>
            <a:cxnLst/>
            <a:rect l="0" t="0" r="0" b="0"/>
            <a:pathLst>
              <a:path w="397846" h="173255">
                <a:moveTo>
                  <a:pt x="0" y="173254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136_path_7">
            <a:extLst>
              <a:ext uri="{FF2B5EF4-FFF2-40B4-BE49-F238E27FC236}">
                <a16:creationId xmlns:a16="http://schemas.microsoft.com/office/drawing/2014/main" id="{C910518A-D12F-B513-62E2-90888CC5D1DC}"/>
              </a:ext>
            </a:extLst>
          </p:cNvPr>
          <p:cNvSpPr>
            <a:spLocks/>
          </p:cNvSpPr>
          <p:nvPr>
            <p:custDataLst>
              <p:tags r:id="rId184"/>
            </p:custDataLst>
          </p:nvPr>
        </p:nvSpPr>
        <p:spPr>
          <a:xfrm>
            <a:off x="4240250" y="3018965"/>
            <a:ext cx="358061" cy="132829"/>
          </a:xfrm>
          <a:custGeom>
            <a:avLst/>
            <a:gdLst/>
            <a:ahLst/>
            <a:cxnLst/>
            <a:rect l="0" t="0" r="0" b="0"/>
            <a:pathLst>
              <a:path w="397846" h="147588">
                <a:moveTo>
                  <a:pt x="0" y="147587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PN_shape_137_circle">
            <a:extLst>
              <a:ext uri="{FF2B5EF4-FFF2-40B4-BE49-F238E27FC236}">
                <a16:creationId xmlns:a16="http://schemas.microsoft.com/office/drawing/2014/main" id="{D38767CC-CF01-DE57-EDAA-C29C9ACFEFC0}"/>
              </a:ext>
            </a:extLst>
          </p:cNvPr>
          <p:cNvSpPr/>
          <p:nvPr>
            <p:custDataLst>
              <p:tags r:id="rId185"/>
            </p:custDataLst>
          </p:nvPr>
        </p:nvSpPr>
        <p:spPr>
          <a:xfrm>
            <a:off x="3841763" y="2770632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7" name="PN_shape_138_circle">
            <a:extLst>
              <a:ext uri="{FF2B5EF4-FFF2-40B4-BE49-F238E27FC236}">
                <a16:creationId xmlns:a16="http://schemas.microsoft.com/office/drawing/2014/main" id="{90D07379-C1B7-6848-F8D7-46040B314244}"/>
              </a:ext>
            </a:extLst>
          </p:cNvPr>
          <p:cNvSpPr/>
          <p:nvPr>
            <p:custDataLst>
              <p:tags r:id="rId186"/>
            </p:custDataLst>
          </p:nvPr>
        </p:nvSpPr>
        <p:spPr>
          <a:xfrm>
            <a:off x="3841763" y="2874585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8" name="PN_shape_139_circle">
            <a:extLst>
              <a:ext uri="{FF2B5EF4-FFF2-40B4-BE49-F238E27FC236}">
                <a16:creationId xmlns:a16="http://schemas.microsoft.com/office/drawing/2014/main" id="{1946D103-552A-3E9B-5861-A308D87988DA}"/>
              </a:ext>
            </a:extLst>
          </p:cNvPr>
          <p:cNvSpPr/>
          <p:nvPr>
            <p:custDataLst>
              <p:tags r:id="rId187"/>
            </p:custDataLst>
          </p:nvPr>
        </p:nvSpPr>
        <p:spPr>
          <a:xfrm>
            <a:off x="3841763" y="2978538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9" name="PN_shape_140_circle">
            <a:extLst>
              <a:ext uri="{FF2B5EF4-FFF2-40B4-BE49-F238E27FC236}">
                <a16:creationId xmlns:a16="http://schemas.microsoft.com/office/drawing/2014/main" id="{B5635DED-96D1-66C3-54F8-C1ACB0270F2A}"/>
              </a:ext>
            </a:extLst>
          </p:cNvPr>
          <p:cNvSpPr/>
          <p:nvPr>
            <p:custDataLst>
              <p:tags r:id="rId188"/>
            </p:custDataLst>
          </p:nvPr>
        </p:nvSpPr>
        <p:spPr>
          <a:xfrm>
            <a:off x="3841763" y="3082490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0" name="PN_shape_141_circle">
            <a:extLst>
              <a:ext uri="{FF2B5EF4-FFF2-40B4-BE49-F238E27FC236}">
                <a16:creationId xmlns:a16="http://schemas.microsoft.com/office/drawing/2014/main" id="{A39C6FFB-E32C-59C7-1E43-80DE0592F45C}"/>
              </a:ext>
            </a:extLst>
          </p:cNvPr>
          <p:cNvSpPr/>
          <p:nvPr>
            <p:custDataLst>
              <p:tags r:id="rId189"/>
            </p:custDataLst>
          </p:nvPr>
        </p:nvSpPr>
        <p:spPr>
          <a:xfrm>
            <a:off x="4557883" y="2770632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1" name="PN_shape_142_circle">
            <a:extLst>
              <a:ext uri="{FF2B5EF4-FFF2-40B4-BE49-F238E27FC236}">
                <a16:creationId xmlns:a16="http://schemas.microsoft.com/office/drawing/2014/main" id="{DC4FF2E4-6419-CBBD-EAA7-9C53292499DA}"/>
              </a:ext>
            </a:extLst>
          </p:cNvPr>
          <p:cNvSpPr/>
          <p:nvPr>
            <p:custDataLst>
              <p:tags r:id="rId190"/>
            </p:custDataLst>
          </p:nvPr>
        </p:nvSpPr>
        <p:spPr>
          <a:xfrm>
            <a:off x="4557883" y="2874585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2" name="PN_shape_143_circle">
            <a:extLst>
              <a:ext uri="{FF2B5EF4-FFF2-40B4-BE49-F238E27FC236}">
                <a16:creationId xmlns:a16="http://schemas.microsoft.com/office/drawing/2014/main" id="{56BDDEA8-65BB-0A2E-D063-A89925A7C05C}"/>
              </a:ext>
            </a:extLst>
          </p:cNvPr>
          <p:cNvSpPr/>
          <p:nvPr>
            <p:custDataLst>
              <p:tags r:id="rId191"/>
            </p:custDataLst>
          </p:nvPr>
        </p:nvSpPr>
        <p:spPr>
          <a:xfrm>
            <a:off x="4557883" y="2978538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3" name="PN_shape_144_circle">
            <a:extLst>
              <a:ext uri="{FF2B5EF4-FFF2-40B4-BE49-F238E27FC236}">
                <a16:creationId xmlns:a16="http://schemas.microsoft.com/office/drawing/2014/main" id="{DEB00616-D171-659A-1F97-EC64589EA57F}"/>
              </a:ext>
            </a:extLst>
          </p:cNvPr>
          <p:cNvSpPr/>
          <p:nvPr>
            <p:custDataLst>
              <p:tags r:id="rId192"/>
            </p:custDataLst>
          </p:nvPr>
        </p:nvSpPr>
        <p:spPr>
          <a:xfrm>
            <a:off x="4557883" y="3082490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4" name="PN_shape_145_circle">
            <a:extLst>
              <a:ext uri="{FF2B5EF4-FFF2-40B4-BE49-F238E27FC236}">
                <a16:creationId xmlns:a16="http://schemas.microsoft.com/office/drawing/2014/main" id="{080413F0-062F-26D2-FBA2-4C1EEF920AC1}"/>
              </a:ext>
            </a:extLst>
          </p:cNvPr>
          <p:cNvSpPr/>
          <p:nvPr>
            <p:custDataLst>
              <p:tags r:id="rId193"/>
            </p:custDataLst>
          </p:nvPr>
        </p:nvSpPr>
        <p:spPr>
          <a:xfrm>
            <a:off x="4199823" y="2741756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5" name="PN_shape_146_circle">
            <a:extLst>
              <a:ext uri="{FF2B5EF4-FFF2-40B4-BE49-F238E27FC236}">
                <a16:creationId xmlns:a16="http://schemas.microsoft.com/office/drawing/2014/main" id="{BC3DD661-278B-A1CF-F5E8-7D67783FD2B3}"/>
              </a:ext>
            </a:extLst>
          </p:cNvPr>
          <p:cNvSpPr/>
          <p:nvPr>
            <p:custDataLst>
              <p:tags r:id="rId194"/>
            </p:custDataLst>
          </p:nvPr>
        </p:nvSpPr>
        <p:spPr>
          <a:xfrm>
            <a:off x="4199823" y="2834159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6" name="PN_shape_147_circle">
            <a:extLst>
              <a:ext uri="{FF2B5EF4-FFF2-40B4-BE49-F238E27FC236}">
                <a16:creationId xmlns:a16="http://schemas.microsoft.com/office/drawing/2014/main" id="{E14C0CCB-BF12-4BA0-0A74-B678CA5BACF9}"/>
              </a:ext>
            </a:extLst>
          </p:cNvPr>
          <p:cNvSpPr/>
          <p:nvPr>
            <p:custDataLst>
              <p:tags r:id="rId195"/>
            </p:custDataLst>
          </p:nvPr>
        </p:nvSpPr>
        <p:spPr>
          <a:xfrm>
            <a:off x="4199823" y="2926562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7" name="PN_shape_148_circle">
            <a:extLst>
              <a:ext uri="{FF2B5EF4-FFF2-40B4-BE49-F238E27FC236}">
                <a16:creationId xmlns:a16="http://schemas.microsoft.com/office/drawing/2014/main" id="{7866DD8B-7D2D-2F95-D1DA-D891596EA93B}"/>
              </a:ext>
            </a:extLst>
          </p:cNvPr>
          <p:cNvSpPr/>
          <p:nvPr>
            <p:custDataLst>
              <p:tags r:id="rId196"/>
            </p:custDataLst>
          </p:nvPr>
        </p:nvSpPr>
        <p:spPr>
          <a:xfrm>
            <a:off x="4199823" y="3018964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8" name="PN_shape_149_circle">
            <a:extLst>
              <a:ext uri="{FF2B5EF4-FFF2-40B4-BE49-F238E27FC236}">
                <a16:creationId xmlns:a16="http://schemas.microsoft.com/office/drawing/2014/main" id="{33F61DD4-EE0C-FD0B-9CCF-A4179F0F4413}"/>
              </a:ext>
            </a:extLst>
          </p:cNvPr>
          <p:cNvSpPr/>
          <p:nvPr>
            <p:custDataLst>
              <p:tags r:id="rId197"/>
            </p:custDataLst>
          </p:nvPr>
        </p:nvSpPr>
        <p:spPr>
          <a:xfrm>
            <a:off x="4199823" y="3111366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9" name="PN_shape_150_rect">
            <a:extLst>
              <a:ext uri="{FF2B5EF4-FFF2-40B4-BE49-F238E27FC236}">
                <a16:creationId xmlns:a16="http://schemas.microsoft.com/office/drawing/2014/main" id="{101AA00E-FCC9-CF77-7AED-43CD70E525F4}"/>
              </a:ext>
            </a:extLst>
          </p:cNvPr>
          <p:cNvSpPr/>
          <p:nvPr>
            <p:custDataLst>
              <p:tags r:id="rId198"/>
            </p:custDataLst>
          </p:nvPr>
        </p:nvSpPr>
        <p:spPr>
          <a:xfrm>
            <a:off x="3311092" y="3756259"/>
            <a:ext cx="359343" cy="372177"/>
          </a:xfrm>
          <a:prstGeom prst="roundRect">
            <a:avLst>
              <a:gd name="adj" fmla="val 5172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0" name="PN_text_151_text">
            <a:extLst>
              <a:ext uri="{FF2B5EF4-FFF2-40B4-BE49-F238E27FC236}">
                <a16:creationId xmlns:a16="http://schemas.microsoft.com/office/drawing/2014/main" id="{39969080-A58F-63E3-0BB2-A426B2FA3DF9}"/>
              </a:ext>
            </a:extLst>
          </p:cNvPr>
          <p:cNvSpPr txBox="1"/>
          <p:nvPr>
            <p:custDataLst>
              <p:tags r:id="rId199"/>
            </p:custDataLst>
          </p:nvPr>
        </p:nvSpPr>
        <p:spPr>
          <a:xfrm>
            <a:off x="3424348" y="3847121"/>
            <a:ext cx="132829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38B8E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166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t</a:t>
            </a:r>
            <a:endParaRPr lang="zh-CN" altLang="en-US" sz="1166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" name="152_path_0">
            <a:extLst>
              <a:ext uri="{FF2B5EF4-FFF2-40B4-BE49-F238E27FC236}">
                <a16:creationId xmlns:a16="http://schemas.microsoft.com/office/drawing/2014/main" id="{552305E0-F8E3-3BE2-8F80-091B22A6D825}"/>
              </a:ext>
            </a:extLst>
          </p:cNvPr>
          <p:cNvSpPr>
            <a:spLocks/>
          </p:cNvSpPr>
          <p:nvPr>
            <p:custDataLst>
              <p:tags r:id="rId200"/>
            </p:custDataLst>
          </p:nvPr>
        </p:nvSpPr>
        <p:spPr>
          <a:xfrm>
            <a:off x="3683266" y="3942347"/>
            <a:ext cx="141172" cy="0"/>
          </a:xfrm>
          <a:custGeom>
            <a:avLst/>
            <a:gdLst>
              <a:gd name="csX0" fmla="*/ 0 w 141172"/>
              <a:gd name="csY0" fmla="*/ 0 h 0"/>
              <a:gd name="csX1" fmla="*/ 141172 w 141172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172">
                <a:moveTo>
                  <a:pt x="0" y="0"/>
                </a:moveTo>
                <a:lnTo>
                  <a:pt x="141172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152_path_arrow_0">
            <a:extLst>
              <a:ext uri="{FF2B5EF4-FFF2-40B4-BE49-F238E27FC236}">
                <a16:creationId xmlns:a16="http://schemas.microsoft.com/office/drawing/2014/main" id="{0450455C-4DB5-8AE9-D829-7133630F5099}"/>
              </a:ext>
            </a:extLst>
          </p:cNvPr>
          <p:cNvSpPr/>
          <p:nvPr>
            <p:custDataLst>
              <p:tags r:id="rId201"/>
            </p:custDataLst>
          </p:nvPr>
        </p:nvSpPr>
        <p:spPr>
          <a:xfrm>
            <a:off x="3766488" y="3919840"/>
            <a:ext cx="77002" cy="54542"/>
          </a:xfrm>
          <a:custGeom>
            <a:avLst/>
            <a:gdLst>
              <a:gd name="csX0" fmla="*/ 77002 w 77002"/>
              <a:gd name="csY0" fmla="*/ 27270 h 54542"/>
              <a:gd name="csX1" fmla="*/ 0 w 77002"/>
              <a:gd name="csY1" fmla="*/ 54542 h 54542"/>
              <a:gd name="csX2" fmla="*/ 0 w 77002"/>
              <a:gd name="csY2" fmla="*/ 0 h 54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2">
                <a:moveTo>
                  <a:pt x="77002" y="27270"/>
                </a:moveTo>
                <a:lnTo>
                  <a:pt x="0" y="54542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9" name="153_path_0">
            <a:extLst>
              <a:ext uri="{FF2B5EF4-FFF2-40B4-BE49-F238E27FC236}">
                <a16:creationId xmlns:a16="http://schemas.microsoft.com/office/drawing/2014/main" id="{F3EB8661-58A4-D302-B648-8131C8CA6F33}"/>
              </a:ext>
            </a:extLst>
          </p:cNvPr>
          <p:cNvSpPr>
            <a:spLocks/>
          </p:cNvSpPr>
          <p:nvPr>
            <p:custDataLst>
              <p:tags r:id="rId202"/>
            </p:custDataLst>
          </p:nvPr>
        </p:nvSpPr>
        <p:spPr>
          <a:xfrm>
            <a:off x="3882189" y="3757543"/>
            <a:ext cx="358061" cy="28877"/>
          </a:xfrm>
          <a:custGeom>
            <a:avLst/>
            <a:gdLst/>
            <a:ahLst/>
            <a:cxnLst/>
            <a:rect l="0" t="0" r="0" b="0"/>
            <a:pathLst>
              <a:path w="397845" h="32086">
                <a:moveTo>
                  <a:pt x="0" y="3208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0" name="153_path_1">
            <a:extLst>
              <a:ext uri="{FF2B5EF4-FFF2-40B4-BE49-F238E27FC236}">
                <a16:creationId xmlns:a16="http://schemas.microsoft.com/office/drawing/2014/main" id="{E5049978-707C-12CB-F82A-CC9AD01832D1}"/>
              </a:ext>
            </a:extLst>
          </p:cNvPr>
          <p:cNvSpPr>
            <a:spLocks/>
          </p:cNvSpPr>
          <p:nvPr>
            <p:custDataLst>
              <p:tags r:id="rId203"/>
            </p:custDataLst>
          </p:nvPr>
        </p:nvSpPr>
        <p:spPr>
          <a:xfrm>
            <a:off x="3882189" y="3849945"/>
            <a:ext cx="358061" cy="40427"/>
          </a:xfrm>
          <a:custGeom>
            <a:avLst/>
            <a:gdLst/>
            <a:ahLst/>
            <a:cxnLst/>
            <a:rect l="0" t="0" r="0" b="0"/>
            <a:pathLst>
              <a:path w="397845" h="44919">
                <a:moveTo>
                  <a:pt x="0" y="44918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1" name="153_path_2">
            <a:extLst>
              <a:ext uri="{FF2B5EF4-FFF2-40B4-BE49-F238E27FC236}">
                <a16:creationId xmlns:a16="http://schemas.microsoft.com/office/drawing/2014/main" id="{D6AE1F27-3069-E397-D68E-712919BD765C}"/>
              </a:ext>
            </a:extLst>
          </p:cNvPr>
          <p:cNvSpPr>
            <a:spLocks/>
          </p:cNvSpPr>
          <p:nvPr>
            <p:custDataLst>
              <p:tags r:id="rId204"/>
            </p:custDataLst>
          </p:nvPr>
        </p:nvSpPr>
        <p:spPr>
          <a:xfrm>
            <a:off x="3882189" y="3942347"/>
            <a:ext cx="358061" cy="51978"/>
          </a:xfrm>
          <a:custGeom>
            <a:avLst/>
            <a:gdLst/>
            <a:ahLst/>
            <a:cxnLst/>
            <a:rect l="0" t="0" r="0" b="0"/>
            <a:pathLst>
              <a:path w="397845" h="57753">
                <a:moveTo>
                  <a:pt x="0" y="57752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2" name="153_path_3">
            <a:extLst>
              <a:ext uri="{FF2B5EF4-FFF2-40B4-BE49-F238E27FC236}">
                <a16:creationId xmlns:a16="http://schemas.microsoft.com/office/drawing/2014/main" id="{59B568DD-41F6-EC8E-4120-5465019126B8}"/>
              </a:ext>
            </a:extLst>
          </p:cNvPr>
          <p:cNvSpPr>
            <a:spLocks/>
          </p:cNvSpPr>
          <p:nvPr>
            <p:custDataLst>
              <p:tags r:id="rId205"/>
            </p:custDataLst>
          </p:nvPr>
        </p:nvSpPr>
        <p:spPr>
          <a:xfrm>
            <a:off x="3882189" y="4034751"/>
            <a:ext cx="358061" cy="63527"/>
          </a:xfrm>
          <a:custGeom>
            <a:avLst/>
            <a:gdLst/>
            <a:ahLst/>
            <a:cxnLst/>
            <a:rect l="0" t="0" r="0" b="0"/>
            <a:pathLst>
              <a:path w="397845" h="70586">
                <a:moveTo>
                  <a:pt x="0" y="7058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153_path_4">
            <a:extLst>
              <a:ext uri="{FF2B5EF4-FFF2-40B4-BE49-F238E27FC236}">
                <a16:creationId xmlns:a16="http://schemas.microsoft.com/office/drawing/2014/main" id="{13C8ED23-1AE6-A6C0-604B-D14226239A05}"/>
              </a:ext>
            </a:extLst>
          </p:cNvPr>
          <p:cNvSpPr>
            <a:spLocks/>
          </p:cNvSpPr>
          <p:nvPr>
            <p:custDataLst>
              <p:tags r:id="rId206"/>
            </p:custDataLst>
          </p:nvPr>
        </p:nvSpPr>
        <p:spPr>
          <a:xfrm>
            <a:off x="3882189" y="3786418"/>
            <a:ext cx="358061" cy="248332"/>
          </a:xfrm>
          <a:custGeom>
            <a:avLst/>
            <a:gdLst/>
            <a:ahLst/>
            <a:cxnLst/>
            <a:rect l="0" t="0" r="0" b="0"/>
            <a:pathLst>
              <a:path w="397845" h="275925">
                <a:moveTo>
                  <a:pt x="0" y="0"/>
                </a:moveTo>
                <a:lnTo>
                  <a:pt x="397844" y="275924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4" name="153_path_5">
            <a:extLst>
              <a:ext uri="{FF2B5EF4-FFF2-40B4-BE49-F238E27FC236}">
                <a16:creationId xmlns:a16="http://schemas.microsoft.com/office/drawing/2014/main" id="{13EBFAE8-62C6-4962-9063-6CA40A3D7055}"/>
              </a:ext>
            </a:extLst>
          </p:cNvPr>
          <p:cNvSpPr>
            <a:spLocks/>
          </p:cNvSpPr>
          <p:nvPr>
            <p:custDataLst>
              <p:tags r:id="rId207"/>
            </p:custDataLst>
          </p:nvPr>
        </p:nvSpPr>
        <p:spPr>
          <a:xfrm>
            <a:off x="3882189" y="3890371"/>
            <a:ext cx="358061" cy="236782"/>
          </a:xfrm>
          <a:custGeom>
            <a:avLst/>
            <a:gdLst/>
            <a:ahLst/>
            <a:cxnLst/>
            <a:rect l="0" t="0" r="0" b="0"/>
            <a:pathLst>
              <a:path w="397845" h="263091">
                <a:moveTo>
                  <a:pt x="0" y="0"/>
                </a:moveTo>
                <a:lnTo>
                  <a:pt x="397844" y="26309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153_path_6">
            <a:extLst>
              <a:ext uri="{FF2B5EF4-FFF2-40B4-BE49-F238E27FC236}">
                <a16:creationId xmlns:a16="http://schemas.microsoft.com/office/drawing/2014/main" id="{74D6C928-599B-8650-BD88-70DA45765887}"/>
              </a:ext>
            </a:extLst>
          </p:cNvPr>
          <p:cNvSpPr>
            <a:spLocks/>
          </p:cNvSpPr>
          <p:nvPr>
            <p:custDataLst>
              <p:tags r:id="rId208"/>
            </p:custDataLst>
          </p:nvPr>
        </p:nvSpPr>
        <p:spPr>
          <a:xfrm>
            <a:off x="3882189" y="3757543"/>
            <a:ext cx="358061" cy="236783"/>
          </a:xfrm>
          <a:custGeom>
            <a:avLst/>
            <a:gdLst/>
            <a:ahLst/>
            <a:cxnLst/>
            <a:rect l="0" t="0" r="0" b="0"/>
            <a:pathLst>
              <a:path w="397845" h="263092">
                <a:moveTo>
                  <a:pt x="0" y="263091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6" name="153_path_7">
            <a:extLst>
              <a:ext uri="{FF2B5EF4-FFF2-40B4-BE49-F238E27FC236}">
                <a16:creationId xmlns:a16="http://schemas.microsoft.com/office/drawing/2014/main" id="{3F17D839-A499-D792-B51A-68C3C827E96D}"/>
              </a:ext>
            </a:extLst>
          </p:cNvPr>
          <p:cNvSpPr>
            <a:spLocks/>
          </p:cNvSpPr>
          <p:nvPr>
            <p:custDataLst>
              <p:tags r:id="rId209"/>
            </p:custDataLst>
          </p:nvPr>
        </p:nvSpPr>
        <p:spPr>
          <a:xfrm>
            <a:off x="3882189" y="3942347"/>
            <a:ext cx="358061" cy="155930"/>
          </a:xfrm>
          <a:custGeom>
            <a:avLst/>
            <a:gdLst/>
            <a:ahLst/>
            <a:cxnLst/>
            <a:rect l="0" t="0" r="0" b="0"/>
            <a:pathLst>
              <a:path w="397845" h="173256">
                <a:moveTo>
                  <a:pt x="0" y="17325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7" name="154_path_0">
            <a:extLst>
              <a:ext uri="{FF2B5EF4-FFF2-40B4-BE49-F238E27FC236}">
                <a16:creationId xmlns:a16="http://schemas.microsoft.com/office/drawing/2014/main" id="{C5D74ABF-D5F3-D080-EE67-705B8D65A07F}"/>
              </a:ext>
            </a:extLst>
          </p:cNvPr>
          <p:cNvSpPr>
            <a:spLocks/>
          </p:cNvSpPr>
          <p:nvPr>
            <p:custDataLst>
              <p:tags r:id="rId210"/>
            </p:custDataLst>
          </p:nvPr>
        </p:nvSpPr>
        <p:spPr>
          <a:xfrm>
            <a:off x="4240250" y="3757543"/>
            <a:ext cx="358061" cy="28877"/>
          </a:xfrm>
          <a:custGeom>
            <a:avLst/>
            <a:gdLst/>
            <a:ahLst/>
            <a:cxnLst/>
            <a:rect l="0" t="0" r="0" b="0"/>
            <a:pathLst>
              <a:path w="397846" h="32086">
                <a:moveTo>
                  <a:pt x="0" y="0"/>
                </a:moveTo>
                <a:lnTo>
                  <a:pt x="397845" y="32085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154_path_1">
            <a:extLst>
              <a:ext uri="{FF2B5EF4-FFF2-40B4-BE49-F238E27FC236}">
                <a16:creationId xmlns:a16="http://schemas.microsoft.com/office/drawing/2014/main" id="{2E86335D-E8BF-6C5E-4CA7-F3EEEBAF10A8}"/>
              </a:ext>
            </a:extLst>
          </p:cNvPr>
          <p:cNvSpPr>
            <a:spLocks/>
          </p:cNvSpPr>
          <p:nvPr>
            <p:custDataLst>
              <p:tags r:id="rId211"/>
            </p:custDataLst>
          </p:nvPr>
        </p:nvSpPr>
        <p:spPr>
          <a:xfrm>
            <a:off x="4240250" y="3849945"/>
            <a:ext cx="358061" cy="40427"/>
          </a:xfrm>
          <a:custGeom>
            <a:avLst/>
            <a:gdLst/>
            <a:ahLst/>
            <a:cxnLst/>
            <a:rect l="0" t="0" r="0" b="0"/>
            <a:pathLst>
              <a:path w="397846" h="44919">
                <a:moveTo>
                  <a:pt x="0" y="0"/>
                </a:moveTo>
                <a:lnTo>
                  <a:pt x="397845" y="44918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154_path_2">
            <a:extLst>
              <a:ext uri="{FF2B5EF4-FFF2-40B4-BE49-F238E27FC236}">
                <a16:creationId xmlns:a16="http://schemas.microsoft.com/office/drawing/2014/main" id="{AFCF4EE1-7CB5-4ABD-BA38-7334F42A8393}"/>
              </a:ext>
            </a:extLst>
          </p:cNvPr>
          <p:cNvSpPr>
            <a:spLocks/>
          </p:cNvSpPr>
          <p:nvPr>
            <p:custDataLst>
              <p:tags r:id="rId212"/>
            </p:custDataLst>
          </p:nvPr>
        </p:nvSpPr>
        <p:spPr>
          <a:xfrm>
            <a:off x="4240250" y="3942347"/>
            <a:ext cx="358061" cy="51978"/>
          </a:xfrm>
          <a:custGeom>
            <a:avLst/>
            <a:gdLst/>
            <a:ahLst/>
            <a:cxnLst/>
            <a:rect l="0" t="0" r="0" b="0"/>
            <a:pathLst>
              <a:path w="397846" h="57753">
                <a:moveTo>
                  <a:pt x="0" y="0"/>
                </a:moveTo>
                <a:lnTo>
                  <a:pt x="397845" y="57752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154_path_3">
            <a:extLst>
              <a:ext uri="{FF2B5EF4-FFF2-40B4-BE49-F238E27FC236}">
                <a16:creationId xmlns:a16="http://schemas.microsoft.com/office/drawing/2014/main" id="{CAE5C206-530C-0F59-81A5-544D83E01F9B}"/>
              </a:ext>
            </a:extLst>
          </p:cNvPr>
          <p:cNvSpPr>
            <a:spLocks/>
          </p:cNvSpPr>
          <p:nvPr>
            <p:custDataLst>
              <p:tags r:id="rId213"/>
            </p:custDataLst>
          </p:nvPr>
        </p:nvSpPr>
        <p:spPr>
          <a:xfrm>
            <a:off x="4240250" y="4034751"/>
            <a:ext cx="358061" cy="63527"/>
          </a:xfrm>
          <a:custGeom>
            <a:avLst/>
            <a:gdLst/>
            <a:ahLst/>
            <a:cxnLst/>
            <a:rect l="0" t="0" r="0" b="0"/>
            <a:pathLst>
              <a:path w="397846" h="70586">
                <a:moveTo>
                  <a:pt x="0" y="0"/>
                </a:moveTo>
                <a:lnTo>
                  <a:pt x="397845" y="70585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154_path_4">
            <a:extLst>
              <a:ext uri="{FF2B5EF4-FFF2-40B4-BE49-F238E27FC236}">
                <a16:creationId xmlns:a16="http://schemas.microsoft.com/office/drawing/2014/main" id="{13EAB1E3-923B-784C-7BA5-5093776F340D}"/>
              </a:ext>
            </a:extLst>
          </p:cNvPr>
          <p:cNvSpPr>
            <a:spLocks/>
          </p:cNvSpPr>
          <p:nvPr>
            <p:custDataLst>
              <p:tags r:id="rId214"/>
            </p:custDataLst>
          </p:nvPr>
        </p:nvSpPr>
        <p:spPr>
          <a:xfrm>
            <a:off x="4240250" y="3890371"/>
            <a:ext cx="358061" cy="236782"/>
          </a:xfrm>
          <a:custGeom>
            <a:avLst/>
            <a:gdLst/>
            <a:ahLst/>
            <a:cxnLst/>
            <a:rect l="0" t="0" r="0" b="0"/>
            <a:pathLst>
              <a:path w="397846" h="263091">
                <a:moveTo>
                  <a:pt x="0" y="263090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154_path_5">
            <a:extLst>
              <a:ext uri="{FF2B5EF4-FFF2-40B4-BE49-F238E27FC236}">
                <a16:creationId xmlns:a16="http://schemas.microsoft.com/office/drawing/2014/main" id="{52F64740-5A55-6BBF-901D-C410DA43712A}"/>
              </a:ext>
            </a:extLst>
          </p:cNvPr>
          <p:cNvSpPr>
            <a:spLocks/>
          </p:cNvSpPr>
          <p:nvPr>
            <p:custDataLst>
              <p:tags r:id="rId215"/>
            </p:custDataLst>
          </p:nvPr>
        </p:nvSpPr>
        <p:spPr>
          <a:xfrm>
            <a:off x="4240250" y="3757542"/>
            <a:ext cx="358061" cy="340736"/>
          </a:xfrm>
          <a:custGeom>
            <a:avLst/>
            <a:gdLst/>
            <a:ahLst/>
            <a:cxnLst/>
            <a:rect l="0" t="0" r="0" b="0"/>
            <a:pathLst>
              <a:path w="397846" h="378595">
                <a:moveTo>
                  <a:pt x="0" y="0"/>
                </a:moveTo>
                <a:lnTo>
                  <a:pt x="397845" y="378594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154_path_6">
            <a:extLst>
              <a:ext uri="{FF2B5EF4-FFF2-40B4-BE49-F238E27FC236}">
                <a16:creationId xmlns:a16="http://schemas.microsoft.com/office/drawing/2014/main" id="{F455CF5A-E362-D9B5-084E-86B7243F263E}"/>
              </a:ext>
            </a:extLst>
          </p:cNvPr>
          <p:cNvSpPr>
            <a:spLocks/>
          </p:cNvSpPr>
          <p:nvPr>
            <p:custDataLst>
              <p:tags r:id="rId216"/>
            </p:custDataLst>
          </p:nvPr>
        </p:nvSpPr>
        <p:spPr>
          <a:xfrm>
            <a:off x="4240250" y="3786418"/>
            <a:ext cx="358061" cy="155929"/>
          </a:xfrm>
          <a:custGeom>
            <a:avLst/>
            <a:gdLst/>
            <a:ahLst/>
            <a:cxnLst/>
            <a:rect l="0" t="0" r="0" b="0"/>
            <a:pathLst>
              <a:path w="397846" h="173255">
                <a:moveTo>
                  <a:pt x="0" y="173254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154_path_7">
            <a:extLst>
              <a:ext uri="{FF2B5EF4-FFF2-40B4-BE49-F238E27FC236}">
                <a16:creationId xmlns:a16="http://schemas.microsoft.com/office/drawing/2014/main" id="{34C81787-4C55-C1F2-8875-FE681BF3D7F4}"/>
              </a:ext>
            </a:extLst>
          </p:cNvPr>
          <p:cNvSpPr>
            <a:spLocks/>
          </p:cNvSpPr>
          <p:nvPr>
            <p:custDataLst>
              <p:tags r:id="rId217"/>
            </p:custDataLst>
          </p:nvPr>
        </p:nvSpPr>
        <p:spPr>
          <a:xfrm>
            <a:off x="4240250" y="3994325"/>
            <a:ext cx="358061" cy="132829"/>
          </a:xfrm>
          <a:custGeom>
            <a:avLst/>
            <a:gdLst/>
            <a:ahLst/>
            <a:cxnLst/>
            <a:rect l="0" t="0" r="0" b="0"/>
            <a:pathLst>
              <a:path w="397846" h="147588">
                <a:moveTo>
                  <a:pt x="0" y="147587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PN_shape_155_circle">
            <a:extLst>
              <a:ext uri="{FF2B5EF4-FFF2-40B4-BE49-F238E27FC236}">
                <a16:creationId xmlns:a16="http://schemas.microsoft.com/office/drawing/2014/main" id="{4BA16740-8CB5-6740-6151-D12DC37663FB}"/>
              </a:ext>
            </a:extLst>
          </p:cNvPr>
          <p:cNvSpPr/>
          <p:nvPr>
            <p:custDataLst>
              <p:tags r:id="rId218"/>
            </p:custDataLst>
          </p:nvPr>
        </p:nvSpPr>
        <p:spPr>
          <a:xfrm>
            <a:off x="3841763" y="3745992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2" name="PN_shape_156_circle">
            <a:extLst>
              <a:ext uri="{FF2B5EF4-FFF2-40B4-BE49-F238E27FC236}">
                <a16:creationId xmlns:a16="http://schemas.microsoft.com/office/drawing/2014/main" id="{490F4125-F1DD-0BFA-5AC5-0F02D8E1978A}"/>
              </a:ext>
            </a:extLst>
          </p:cNvPr>
          <p:cNvSpPr/>
          <p:nvPr>
            <p:custDataLst>
              <p:tags r:id="rId219"/>
            </p:custDataLst>
          </p:nvPr>
        </p:nvSpPr>
        <p:spPr>
          <a:xfrm>
            <a:off x="3841763" y="3849945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3" name="PN_shape_157_circle">
            <a:extLst>
              <a:ext uri="{FF2B5EF4-FFF2-40B4-BE49-F238E27FC236}">
                <a16:creationId xmlns:a16="http://schemas.microsoft.com/office/drawing/2014/main" id="{5633BA1F-7BD2-6E79-92F9-06C85E535E36}"/>
              </a:ext>
            </a:extLst>
          </p:cNvPr>
          <p:cNvSpPr/>
          <p:nvPr>
            <p:custDataLst>
              <p:tags r:id="rId220"/>
            </p:custDataLst>
          </p:nvPr>
        </p:nvSpPr>
        <p:spPr>
          <a:xfrm>
            <a:off x="3841763" y="3953898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4" name="PN_shape_158_circle">
            <a:extLst>
              <a:ext uri="{FF2B5EF4-FFF2-40B4-BE49-F238E27FC236}">
                <a16:creationId xmlns:a16="http://schemas.microsoft.com/office/drawing/2014/main" id="{EE6F83C0-9F9C-01C3-6C2B-98DF6A4D09A1}"/>
              </a:ext>
            </a:extLst>
          </p:cNvPr>
          <p:cNvSpPr/>
          <p:nvPr>
            <p:custDataLst>
              <p:tags r:id="rId221"/>
            </p:custDataLst>
          </p:nvPr>
        </p:nvSpPr>
        <p:spPr>
          <a:xfrm>
            <a:off x="3841763" y="4057850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5" name="PN_shape_159_circle">
            <a:extLst>
              <a:ext uri="{FF2B5EF4-FFF2-40B4-BE49-F238E27FC236}">
                <a16:creationId xmlns:a16="http://schemas.microsoft.com/office/drawing/2014/main" id="{793378E5-E3C2-5BF6-47CD-94D5528F2260}"/>
              </a:ext>
            </a:extLst>
          </p:cNvPr>
          <p:cNvSpPr/>
          <p:nvPr>
            <p:custDataLst>
              <p:tags r:id="rId222"/>
            </p:custDataLst>
          </p:nvPr>
        </p:nvSpPr>
        <p:spPr>
          <a:xfrm>
            <a:off x="4557883" y="3745992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6" name="PN_shape_160_circle">
            <a:extLst>
              <a:ext uri="{FF2B5EF4-FFF2-40B4-BE49-F238E27FC236}">
                <a16:creationId xmlns:a16="http://schemas.microsoft.com/office/drawing/2014/main" id="{C686D7B1-B4A1-1FDB-1200-059F5D096E06}"/>
              </a:ext>
            </a:extLst>
          </p:cNvPr>
          <p:cNvSpPr/>
          <p:nvPr>
            <p:custDataLst>
              <p:tags r:id="rId223"/>
            </p:custDataLst>
          </p:nvPr>
        </p:nvSpPr>
        <p:spPr>
          <a:xfrm>
            <a:off x="4557883" y="3849945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7" name="PN_shape_161_circle">
            <a:extLst>
              <a:ext uri="{FF2B5EF4-FFF2-40B4-BE49-F238E27FC236}">
                <a16:creationId xmlns:a16="http://schemas.microsoft.com/office/drawing/2014/main" id="{FCAEA349-51F9-E1D2-0F79-3B8289D6955C}"/>
              </a:ext>
            </a:extLst>
          </p:cNvPr>
          <p:cNvSpPr/>
          <p:nvPr>
            <p:custDataLst>
              <p:tags r:id="rId224"/>
            </p:custDataLst>
          </p:nvPr>
        </p:nvSpPr>
        <p:spPr>
          <a:xfrm>
            <a:off x="4557883" y="3953898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8" name="PN_shape_162_circle">
            <a:extLst>
              <a:ext uri="{FF2B5EF4-FFF2-40B4-BE49-F238E27FC236}">
                <a16:creationId xmlns:a16="http://schemas.microsoft.com/office/drawing/2014/main" id="{702EC451-4DE9-5D13-9FCA-69B1B431EC19}"/>
              </a:ext>
            </a:extLst>
          </p:cNvPr>
          <p:cNvSpPr/>
          <p:nvPr>
            <p:custDataLst>
              <p:tags r:id="rId225"/>
            </p:custDataLst>
          </p:nvPr>
        </p:nvSpPr>
        <p:spPr>
          <a:xfrm>
            <a:off x="4557883" y="4057850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9" name="PN_shape_163_circle">
            <a:extLst>
              <a:ext uri="{FF2B5EF4-FFF2-40B4-BE49-F238E27FC236}">
                <a16:creationId xmlns:a16="http://schemas.microsoft.com/office/drawing/2014/main" id="{3E5A93C9-D814-F719-0285-94DC9BAE3B15}"/>
              </a:ext>
            </a:extLst>
          </p:cNvPr>
          <p:cNvSpPr/>
          <p:nvPr>
            <p:custDataLst>
              <p:tags r:id="rId226"/>
            </p:custDataLst>
          </p:nvPr>
        </p:nvSpPr>
        <p:spPr>
          <a:xfrm>
            <a:off x="4199823" y="3717117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0" name="PN_shape_164_circle">
            <a:extLst>
              <a:ext uri="{FF2B5EF4-FFF2-40B4-BE49-F238E27FC236}">
                <a16:creationId xmlns:a16="http://schemas.microsoft.com/office/drawing/2014/main" id="{B7BE5E68-BC1B-E162-297C-0BEC8DC36E8E}"/>
              </a:ext>
            </a:extLst>
          </p:cNvPr>
          <p:cNvSpPr/>
          <p:nvPr>
            <p:custDataLst>
              <p:tags r:id="rId227"/>
            </p:custDataLst>
          </p:nvPr>
        </p:nvSpPr>
        <p:spPr>
          <a:xfrm>
            <a:off x="4199823" y="3809519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1" name="PN_shape_165_circle">
            <a:extLst>
              <a:ext uri="{FF2B5EF4-FFF2-40B4-BE49-F238E27FC236}">
                <a16:creationId xmlns:a16="http://schemas.microsoft.com/office/drawing/2014/main" id="{E8BF3334-7426-0A32-A713-EE2E14F501BC}"/>
              </a:ext>
            </a:extLst>
          </p:cNvPr>
          <p:cNvSpPr/>
          <p:nvPr>
            <p:custDataLst>
              <p:tags r:id="rId228"/>
            </p:custDataLst>
          </p:nvPr>
        </p:nvSpPr>
        <p:spPr>
          <a:xfrm>
            <a:off x="4199823" y="3901922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2" name="PN_shape_166_circle">
            <a:extLst>
              <a:ext uri="{FF2B5EF4-FFF2-40B4-BE49-F238E27FC236}">
                <a16:creationId xmlns:a16="http://schemas.microsoft.com/office/drawing/2014/main" id="{63AC3ABA-6D52-78D0-D414-A1DE1975E067}"/>
              </a:ext>
            </a:extLst>
          </p:cNvPr>
          <p:cNvSpPr/>
          <p:nvPr>
            <p:custDataLst>
              <p:tags r:id="rId229"/>
            </p:custDataLst>
          </p:nvPr>
        </p:nvSpPr>
        <p:spPr>
          <a:xfrm>
            <a:off x="4199823" y="3994324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3" name="PN_shape_167_circle">
            <a:extLst>
              <a:ext uri="{FF2B5EF4-FFF2-40B4-BE49-F238E27FC236}">
                <a16:creationId xmlns:a16="http://schemas.microsoft.com/office/drawing/2014/main" id="{585C7915-7042-0958-942B-F5896870387A}"/>
              </a:ext>
            </a:extLst>
          </p:cNvPr>
          <p:cNvSpPr/>
          <p:nvPr>
            <p:custDataLst>
              <p:tags r:id="rId230"/>
            </p:custDataLst>
          </p:nvPr>
        </p:nvSpPr>
        <p:spPr>
          <a:xfrm>
            <a:off x="4199823" y="4086727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5" name="168_path_0">
            <a:extLst>
              <a:ext uri="{FF2B5EF4-FFF2-40B4-BE49-F238E27FC236}">
                <a16:creationId xmlns:a16="http://schemas.microsoft.com/office/drawing/2014/main" id="{D7F2D22E-CC87-3BF2-38C1-7AA9BEF8725E}"/>
              </a:ext>
            </a:extLst>
          </p:cNvPr>
          <p:cNvSpPr>
            <a:spLocks/>
          </p:cNvSpPr>
          <p:nvPr>
            <p:custDataLst>
              <p:tags r:id="rId231"/>
            </p:custDataLst>
          </p:nvPr>
        </p:nvSpPr>
        <p:spPr>
          <a:xfrm>
            <a:off x="4652211" y="1991626"/>
            <a:ext cx="500513" cy="673769"/>
          </a:xfrm>
          <a:custGeom>
            <a:avLst/>
            <a:gdLst>
              <a:gd name="csX0" fmla="*/ 0 w 500513"/>
              <a:gd name="csY0" fmla="*/ 0 h 673769"/>
              <a:gd name="csX1" fmla="*/ 500513 w 500513"/>
              <a:gd name="csY1" fmla="*/ 0 h 673769"/>
              <a:gd name="csX2" fmla="*/ 500513 w 500513"/>
              <a:gd name="csY2" fmla="*/ 673769 h 6737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00513" h="673769">
                <a:moveTo>
                  <a:pt x="0" y="0"/>
                </a:moveTo>
                <a:lnTo>
                  <a:pt x="500513" y="0"/>
                </a:lnTo>
                <a:lnTo>
                  <a:pt x="500513" y="673769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168_path_arrow_0">
            <a:extLst>
              <a:ext uri="{FF2B5EF4-FFF2-40B4-BE49-F238E27FC236}">
                <a16:creationId xmlns:a16="http://schemas.microsoft.com/office/drawing/2014/main" id="{F621C493-562F-25AB-9381-A03F767193D9}"/>
              </a:ext>
            </a:extLst>
          </p:cNvPr>
          <p:cNvSpPr/>
          <p:nvPr>
            <p:custDataLst>
              <p:tags r:id="rId232"/>
            </p:custDataLst>
          </p:nvPr>
        </p:nvSpPr>
        <p:spPr>
          <a:xfrm>
            <a:off x="5130216" y="2609825"/>
            <a:ext cx="54543" cy="77002"/>
          </a:xfrm>
          <a:custGeom>
            <a:avLst/>
            <a:gdLst>
              <a:gd name="csX0" fmla="*/ 27271 w 54543"/>
              <a:gd name="csY0" fmla="*/ 77002 h 77002"/>
              <a:gd name="csX1" fmla="*/ 0 w 54543"/>
              <a:gd name="csY1" fmla="*/ 0 h 77002"/>
              <a:gd name="csX2" fmla="*/ 54543 w 54543"/>
              <a:gd name="csY2" fmla="*/ 0 h 77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43" h="77002">
                <a:moveTo>
                  <a:pt x="27271" y="77002"/>
                </a:moveTo>
                <a:lnTo>
                  <a:pt x="0" y="0"/>
                </a:lnTo>
                <a:lnTo>
                  <a:pt x="54543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7" name="169_path_0">
            <a:extLst>
              <a:ext uri="{FF2B5EF4-FFF2-40B4-BE49-F238E27FC236}">
                <a16:creationId xmlns:a16="http://schemas.microsoft.com/office/drawing/2014/main" id="{9223A5AB-6F39-1CFA-5CDB-8E0CCD45E4E1}"/>
              </a:ext>
            </a:extLst>
          </p:cNvPr>
          <p:cNvSpPr>
            <a:spLocks/>
          </p:cNvSpPr>
          <p:nvPr>
            <p:custDataLst>
              <p:tags r:id="rId233"/>
            </p:custDataLst>
          </p:nvPr>
        </p:nvSpPr>
        <p:spPr>
          <a:xfrm>
            <a:off x="4652211" y="2966987"/>
            <a:ext cx="198922" cy="0"/>
          </a:xfrm>
          <a:custGeom>
            <a:avLst/>
            <a:gdLst>
              <a:gd name="csX0" fmla="*/ 0 w 198922"/>
              <a:gd name="csY0" fmla="*/ 0 h 0"/>
              <a:gd name="csX1" fmla="*/ 198922 w 198922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8922">
                <a:moveTo>
                  <a:pt x="0" y="0"/>
                </a:moveTo>
                <a:lnTo>
                  <a:pt x="198922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169_path_arrow_0">
            <a:extLst>
              <a:ext uri="{FF2B5EF4-FFF2-40B4-BE49-F238E27FC236}">
                <a16:creationId xmlns:a16="http://schemas.microsoft.com/office/drawing/2014/main" id="{1F51D74D-7841-CF62-CF53-E7F2BF1386FB}"/>
              </a:ext>
            </a:extLst>
          </p:cNvPr>
          <p:cNvSpPr/>
          <p:nvPr>
            <p:custDataLst>
              <p:tags r:id="rId234"/>
            </p:custDataLst>
          </p:nvPr>
        </p:nvSpPr>
        <p:spPr>
          <a:xfrm>
            <a:off x="4774131" y="2939716"/>
            <a:ext cx="77002" cy="54543"/>
          </a:xfrm>
          <a:custGeom>
            <a:avLst/>
            <a:gdLst>
              <a:gd name="csX0" fmla="*/ 77002 w 77002"/>
              <a:gd name="csY0" fmla="*/ 27270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170_path_0">
            <a:extLst>
              <a:ext uri="{FF2B5EF4-FFF2-40B4-BE49-F238E27FC236}">
                <a16:creationId xmlns:a16="http://schemas.microsoft.com/office/drawing/2014/main" id="{D27147EB-2963-FC16-72DF-CBC981A764F6}"/>
              </a:ext>
            </a:extLst>
          </p:cNvPr>
          <p:cNvSpPr>
            <a:spLocks/>
          </p:cNvSpPr>
          <p:nvPr>
            <p:custDataLst>
              <p:tags r:id="rId235"/>
            </p:custDataLst>
          </p:nvPr>
        </p:nvSpPr>
        <p:spPr>
          <a:xfrm>
            <a:off x="4652211" y="3268579"/>
            <a:ext cx="500513" cy="673769"/>
          </a:xfrm>
          <a:custGeom>
            <a:avLst/>
            <a:gdLst>
              <a:gd name="csX0" fmla="*/ 0 w 500513"/>
              <a:gd name="csY0" fmla="*/ 673768 h 673769"/>
              <a:gd name="csX1" fmla="*/ 500513 w 500513"/>
              <a:gd name="csY1" fmla="*/ 673769 h 673769"/>
              <a:gd name="csX2" fmla="*/ 500513 w 500513"/>
              <a:gd name="csY2" fmla="*/ 0 h 6737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00513" h="673769">
                <a:moveTo>
                  <a:pt x="0" y="673768"/>
                </a:moveTo>
                <a:lnTo>
                  <a:pt x="500513" y="673769"/>
                </a:lnTo>
                <a:lnTo>
                  <a:pt x="500513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170_path_arrow_0">
            <a:extLst>
              <a:ext uri="{FF2B5EF4-FFF2-40B4-BE49-F238E27FC236}">
                <a16:creationId xmlns:a16="http://schemas.microsoft.com/office/drawing/2014/main" id="{9D505D7B-AF23-35D8-5577-C803D632B512}"/>
              </a:ext>
            </a:extLst>
          </p:cNvPr>
          <p:cNvSpPr/>
          <p:nvPr>
            <p:custDataLst>
              <p:tags r:id="rId236"/>
            </p:custDataLst>
          </p:nvPr>
        </p:nvSpPr>
        <p:spPr>
          <a:xfrm>
            <a:off x="5127834" y="3247149"/>
            <a:ext cx="54543" cy="77002"/>
          </a:xfrm>
          <a:custGeom>
            <a:avLst/>
            <a:gdLst>
              <a:gd name="csX0" fmla="*/ 27271 w 54543"/>
              <a:gd name="csY0" fmla="*/ 0 h 77002"/>
              <a:gd name="csX1" fmla="*/ 54543 w 54543"/>
              <a:gd name="csY1" fmla="*/ 77002 h 77002"/>
              <a:gd name="csX2" fmla="*/ 0 w 54543"/>
              <a:gd name="csY2" fmla="*/ 77002 h 77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43" h="77002">
                <a:moveTo>
                  <a:pt x="27271" y="0"/>
                </a:moveTo>
                <a:lnTo>
                  <a:pt x="54543" y="77002"/>
                </a:lnTo>
                <a:lnTo>
                  <a:pt x="0" y="77002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PN_shape_171_circle">
            <a:extLst>
              <a:ext uri="{FF2B5EF4-FFF2-40B4-BE49-F238E27FC236}">
                <a16:creationId xmlns:a16="http://schemas.microsoft.com/office/drawing/2014/main" id="{369E9AA4-30BA-B2BF-48FF-7088E30D1B89}"/>
              </a:ext>
            </a:extLst>
          </p:cNvPr>
          <p:cNvSpPr/>
          <p:nvPr>
            <p:custDataLst>
              <p:tags r:id="rId237"/>
            </p:custDataLst>
          </p:nvPr>
        </p:nvSpPr>
        <p:spPr>
          <a:xfrm>
            <a:off x="4876800" y="2691063"/>
            <a:ext cx="551848" cy="551848"/>
          </a:xfrm>
          <a:prstGeom prst="ellipse">
            <a:avLst/>
          </a:prstGeom>
          <a:solidFill>
            <a:srgbClr val="FFF4D8"/>
          </a:solidFill>
          <a:ln w="25667" cap="flat" cmpd="sng" algn="ctr">
            <a:solidFill>
              <a:srgbClr val="B8892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5" name="PN_text_172_text">
            <a:extLst>
              <a:ext uri="{FF2B5EF4-FFF2-40B4-BE49-F238E27FC236}">
                <a16:creationId xmlns:a16="http://schemas.microsoft.com/office/drawing/2014/main" id="{0421896C-C6CF-06D7-7EE4-F9AE79D15851}"/>
              </a:ext>
            </a:extLst>
          </p:cNvPr>
          <p:cNvSpPr txBox="1"/>
          <p:nvPr>
            <p:custDataLst>
              <p:tags r:id="rId238"/>
            </p:custDataLst>
          </p:nvPr>
        </p:nvSpPr>
        <p:spPr>
          <a:xfrm>
            <a:off x="4863965" y="2781926"/>
            <a:ext cx="577516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20262D"/>
                </a:solidFill>
                <a:latin typeface="Times New Roman" panose="02020603050405020304" pitchFamily="18" charset="0"/>
              </a:rPr>
              <a:t>Σ / |</a:t>
            </a:r>
            <a:r>
              <a:rPr lang="en-US" altLang="zh-CN" sz="1213" b="1">
                <a:solidFill>
                  <a:srgbClr val="20262D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1166" b="1" baseline="-19500">
                <a:solidFill>
                  <a:srgbClr val="20262D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13" b="1">
                <a:solidFill>
                  <a:srgbClr val="20262D"/>
                </a:solidFill>
                <a:latin typeface="Times New Roman" panose="02020603050405020304" pitchFamily="18" charset="0"/>
              </a:rPr>
              <a:t>|</a:t>
            </a:r>
            <a:endParaRPr lang="zh-CN" altLang="en-US" sz="1213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" name="PN_text_173_text">
            <a:extLst>
              <a:ext uri="{FF2B5EF4-FFF2-40B4-BE49-F238E27FC236}">
                <a16:creationId xmlns:a16="http://schemas.microsoft.com/office/drawing/2014/main" id="{87FFE322-1326-A372-ADDE-96ECE7DFB0BF}"/>
              </a:ext>
            </a:extLst>
          </p:cNvPr>
          <p:cNvSpPr txBox="1"/>
          <p:nvPr>
            <p:custDataLst>
              <p:tags r:id="rId239"/>
            </p:custDataLst>
          </p:nvPr>
        </p:nvSpPr>
        <p:spPr>
          <a:xfrm>
            <a:off x="4780547" y="2962816"/>
            <a:ext cx="744354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758">
                <a:solidFill>
                  <a:srgbClr val="20262D"/>
                </a:solidFill>
                <a:latin typeface="Times New Roman" panose="02020603050405020304" pitchFamily="18" charset="0"/>
              </a:rPr>
              <a:t>masked mean</a:t>
            </a:r>
            <a:endParaRPr lang="zh-CN" altLang="en-US" sz="758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1" name="174_path_0">
            <a:extLst>
              <a:ext uri="{FF2B5EF4-FFF2-40B4-BE49-F238E27FC236}">
                <a16:creationId xmlns:a16="http://schemas.microsoft.com/office/drawing/2014/main" id="{33033C78-1387-64DE-123C-285DC9BD1D1E}"/>
              </a:ext>
            </a:extLst>
          </p:cNvPr>
          <p:cNvSpPr>
            <a:spLocks/>
          </p:cNvSpPr>
          <p:nvPr>
            <p:custDataLst>
              <p:tags r:id="rId240"/>
            </p:custDataLst>
          </p:nvPr>
        </p:nvSpPr>
        <p:spPr>
          <a:xfrm>
            <a:off x="5454316" y="2966987"/>
            <a:ext cx="186088" cy="0"/>
          </a:xfrm>
          <a:custGeom>
            <a:avLst/>
            <a:gdLst>
              <a:gd name="csX0" fmla="*/ 0 w 186088"/>
              <a:gd name="csY0" fmla="*/ 0 h 0"/>
              <a:gd name="csX1" fmla="*/ 186088 w 18608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6088">
                <a:moveTo>
                  <a:pt x="0" y="0"/>
                </a:moveTo>
                <a:lnTo>
                  <a:pt x="186088" y="0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174_path_arrow_0">
            <a:extLst>
              <a:ext uri="{FF2B5EF4-FFF2-40B4-BE49-F238E27FC236}">
                <a16:creationId xmlns:a16="http://schemas.microsoft.com/office/drawing/2014/main" id="{F88463BC-D3D0-AE0F-1DCF-E319EF0E99EF}"/>
              </a:ext>
            </a:extLst>
          </p:cNvPr>
          <p:cNvSpPr/>
          <p:nvPr>
            <p:custDataLst>
              <p:tags r:id="rId241"/>
            </p:custDataLst>
          </p:nvPr>
        </p:nvSpPr>
        <p:spPr>
          <a:xfrm>
            <a:off x="5591974" y="2939716"/>
            <a:ext cx="77001" cy="54543"/>
          </a:xfrm>
          <a:custGeom>
            <a:avLst/>
            <a:gdLst>
              <a:gd name="csX0" fmla="*/ 77001 w 77001"/>
              <a:gd name="csY0" fmla="*/ 27270 h 54543"/>
              <a:gd name="csX1" fmla="*/ 0 w 77001"/>
              <a:gd name="csY1" fmla="*/ 54543 h 54543"/>
              <a:gd name="csX2" fmla="*/ 0 w 77001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1" h="54543">
                <a:moveTo>
                  <a:pt x="77001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3" name="175_path_0">
            <a:extLst>
              <a:ext uri="{FF2B5EF4-FFF2-40B4-BE49-F238E27FC236}">
                <a16:creationId xmlns:a16="http://schemas.microsoft.com/office/drawing/2014/main" id="{2A2E73D0-1492-3F28-C682-197119AE7C6F}"/>
              </a:ext>
            </a:extLst>
          </p:cNvPr>
          <p:cNvSpPr>
            <a:spLocks/>
          </p:cNvSpPr>
          <p:nvPr>
            <p:custDataLst>
              <p:tags r:id="rId242"/>
            </p:custDataLst>
          </p:nvPr>
        </p:nvSpPr>
        <p:spPr>
          <a:xfrm>
            <a:off x="5717406" y="2814524"/>
            <a:ext cx="267968" cy="1"/>
          </a:xfrm>
          <a:custGeom>
            <a:avLst/>
            <a:gdLst/>
            <a:ahLst/>
            <a:cxnLst/>
            <a:rect l="0" t="0" r="0" b="0"/>
            <a:pathLst>
              <a:path w="372178" h="1">
                <a:moveTo>
                  <a:pt x="0" y="0"/>
                </a:moveTo>
                <a:lnTo>
                  <a:pt x="372177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175_path_1">
            <a:extLst>
              <a:ext uri="{FF2B5EF4-FFF2-40B4-BE49-F238E27FC236}">
                <a16:creationId xmlns:a16="http://schemas.microsoft.com/office/drawing/2014/main" id="{CD414517-6765-2E43-8890-EDC50ECFAE3A}"/>
              </a:ext>
            </a:extLst>
          </p:cNvPr>
          <p:cNvSpPr>
            <a:spLocks/>
          </p:cNvSpPr>
          <p:nvPr>
            <p:custDataLst>
              <p:tags r:id="rId243"/>
            </p:custDataLst>
          </p:nvPr>
        </p:nvSpPr>
        <p:spPr>
          <a:xfrm>
            <a:off x="5717406" y="2916166"/>
            <a:ext cx="267968" cy="1"/>
          </a:xfrm>
          <a:custGeom>
            <a:avLst/>
            <a:gdLst/>
            <a:ahLst/>
            <a:cxnLst/>
            <a:rect l="0" t="0" r="0" b="0"/>
            <a:pathLst>
              <a:path w="372178" h="1">
                <a:moveTo>
                  <a:pt x="0" y="0"/>
                </a:moveTo>
                <a:lnTo>
                  <a:pt x="372177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5" name="175_path_2">
            <a:extLst>
              <a:ext uri="{FF2B5EF4-FFF2-40B4-BE49-F238E27FC236}">
                <a16:creationId xmlns:a16="http://schemas.microsoft.com/office/drawing/2014/main" id="{9CAEC59A-0466-0018-E0F0-2DCFE221747F}"/>
              </a:ext>
            </a:extLst>
          </p:cNvPr>
          <p:cNvSpPr>
            <a:spLocks/>
          </p:cNvSpPr>
          <p:nvPr>
            <p:custDataLst>
              <p:tags r:id="rId244"/>
            </p:custDataLst>
          </p:nvPr>
        </p:nvSpPr>
        <p:spPr>
          <a:xfrm>
            <a:off x="5717406" y="3017809"/>
            <a:ext cx="267968" cy="1"/>
          </a:xfrm>
          <a:custGeom>
            <a:avLst/>
            <a:gdLst/>
            <a:ahLst/>
            <a:cxnLst/>
            <a:rect l="0" t="0" r="0" b="0"/>
            <a:pathLst>
              <a:path w="372178" h="1">
                <a:moveTo>
                  <a:pt x="0" y="0"/>
                </a:moveTo>
                <a:lnTo>
                  <a:pt x="372177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175_path_3">
            <a:extLst>
              <a:ext uri="{FF2B5EF4-FFF2-40B4-BE49-F238E27FC236}">
                <a16:creationId xmlns:a16="http://schemas.microsoft.com/office/drawing/2014/main" id="{4A421F4F-C1E4-F2E3-858D-D582C5CE52CA}"/>
              </a:ext>
            </a:extLst>
          </p:cNvPr>
          <p:cNvSpPr>
            <a:spLocks/>
          </p:cNvSpPr>
          <p:nvPr>
            <p:custDataLst>
              <p:tags r:id="rId245"/>
            </p:custDataLst>
          </p:nvPr>
        </p:nvSpPr>
        <p:spPr>
          <a:xfrm>
            <a:off x="5717406" y="3119451"/>
            <a:ext cx="267968" cy="1"/>
          </a:xfrm>
          <a:custGeom>
            <a:avLst/>
            <a:gdLst/>
            <a:ahLst/>
            <a:cxnLst/>
            <a:rect l="0" t="0" r="0" b="0"/>
            <a:pathLst>
              <a:path w="372178" h="1">
                <a:moveTo>
                  <a:pt x="0" y="0"/>
                </a:moveTo>
                <a:lnTo>
                  <a:pt x="372177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7" name="175_path_4">
            <a:extLst>
              <a:ext uri="{FF2B5EF4-FFF2-40B4-BE49-F238E27FC236}">
                <a16:creationId xmlns:a16="http://schemas.microsoft.com/office/drawing/2014/main" id="{25137FE2-06BE-0B6D-145C-762ACF593929}"/>
              </a:ext>
            </a:extLst>
          </p:cNvPr>
          <p:cNvSpPr>
            <a:spLocks/>
          </p:cNvSpPr>
          <p:nvPr>
            <p:custDataLst>
              <p:tags r:id="rId246"/>
            </p:custDataLst>
          </p:nvPr>
        </p:nvSpPr>
        <p:spPr>
          <a:xfrm>
            <a:off x="5717406" y="2814524"/>
            <a:ext cx="267968" cy="203286"/>
          </a:xfrm>
          <a:custGeom>
            <a:avLst/>
            <a:gdLst/>
            <a:ahLst/>
            <a:cxnLst/>
            <a:rect l="0" t="0" r="0" b="0"/>
            <a:pathLst>
              <a:path w="372178" h="231007">
                <a:moveTo>
                  <a:pt x="0" y="0"/>
                </a:moveTo>
                <a:lnTo>
                  <a:pt x="372177" y="231006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175_path_5">
            <a:extLst>
              <a:ext uri="{FF2B5EF4-FFF2-40B4-BE49-F238E27FC236}">
                <a16:creationId xmlns:a16="http://schemas.microsoft.com/office/drawing/2014/main" id="{1A89E4DA-73D3-D882-7169-CBE79A78B936}"/>
              </a:ext>
            </a:extLst>
          </p:cNvPr>
          <p:cNvSpPr>
            <a:spLocks/>
          </p:cNvSpPr>
          <p:nvPr>
            <p:custDataLst>
              <p:tags r:id="rId247"/>
            </p:custDataLst>
          </p:nvPr>
        </p:nvSpPr>
        <p:spPr>
          <a:xfrm>
            <a:off x="5717406" y="2916166"/>
            <a:ext cx="267968" cy="203286"/>
          </a:xfrm>
          <a:custGeom>
            <a:avLst/>
            <a:gdLst/>
            <a:ahLst/>
            <a:cxnLst/>
            <a:rect l="0" t="0" r="0" b="0"/>
            <a:pathLst>
              <a:path w="372178" h="231007">
                <a:moveTo>
                  <a:pt x="0" y="0"/>
                </a:moveTo>
                <a:lnTo>
                  <a:pt x="372177" y="231006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9" name="175_path_6">
            <a:extLst>
              <a:ext uri="{FF2B5EF4-FFF2-40B4-BE49-F238E27FC236}">
                <a16:creationId xmlns:a16="http://schemas.microsoft.com/office/drawing/2014/main" id="{3D0A5F58-5C02-5A26-3409-056118EF9355}"/>
              </a:ext>
            </a:extLst>
          </p:cNvPr>
          <p:cNvSpPr>
            <a:spLocks/>
          </p:cNvSpPr>
          <p:nvPr>
            <p:custDataLst>
              <p:tags r:id="rId248"/>
            </p:custDataLst>
          </p:nvPr>
        </p:nvSpPr>
        <p:spPr>
          <a:xfrm>
            <a:off x="5717406" y="2814524"/>
            <a:ext cx="267968" cy="203286"/>
          </a:xfrm>
          <a:custGeom>
            <a:avLst/>
            <a:gdLst/>
            <a:ahLst/>
            <a:cxnLst/>
            <a:rect l="0" t="0" r="0" b="0"/>
            <a:pathLst>
              <a:path w="372178" h="231007">
                <a:moveTo>
                  <a:pt x="0" y="231006"/>
                </a:moveTo>
                <a:lnTo>
                  <a:pt x="372177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175_path_7">
            <a:extLst>
              <a:ext uri="{FF2B5EF4-FFF2-40B4-BE49-F238E27FC236}">
                <a16:creationId xmlns:a16="http://schemas.microsoft.com/office/drawing/2014/main" id="{25786CC2-9F56-B68D-0163-347C4A6615A5}"/>
              </a:ext>
            </a:extLst>
          </p:cNvPr>
          <p:cNvSpPr>
            <a:spLocks/>
          </p:cNvSpPr>
          <p:nvPr>
            <p:custDataLst>
              <p:tags r:id="rId249"/>
            </p:custDataLst>
          </p:nvPr>
        </p:nvSpPr>
        <p:spPr>
          <a:xfrm>
            <a:off x="5717406" y="2916166"/>
            <a:ext cx="267968" cy="203286"/>
          </a:xfrm>
          <a:custGeom>
            <a:avLst/>
            <a:gdLst/>
            <a:ahLst/>
            <a:cxnLst/>
            <a:rect l="0" t="0" r="0" b="0"/>
            <a:pathLst>
              <a:path w="372178" h="231007">
                <a:moveTo>
                  <a:pt x="0" y="231006"/>
                </a:moveTo>
                <a:lnTo>
                  <a:pt x="372177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176_path_0">
            <a:extLst>
              <a:ext uri="{FF2B5EF4-FFF2-40B4-BE49-F238E27FC236}">
                <a16:creationId xmlns:a16="http://schemas.microsoft.com/office/drawing/2014/main" id="{4847859B-ABD6-337E-C337-FE9385616205}"/>
              </a:ext>
            </a:extLst>
          </p:cNvPr>
          <p:cNvSpPr>
            <a:spLocks/>
          </p:cNvSpPr>
          <p:nvPr>
            <p:custDataLst>
              <p:tags r:id="rId250"/>
            </p:custDataLst>
          </p:nvPr>
        </p:nvSpPr>
        <p:spPr>
          <a:xfrm>
            <a:off x="5985374" y="2814524"/>
            <a:ext cx="267967" cy="152464"/>
          </a:xfrm>
          <a:custGeom>
            <a:avLst/>
            <a:gdLst/>
            <a:ahLst/>
            <a:cxnLst/>
            <a:rect l="0" t="0" r="0" b="0"/>
            <a:pathLst>
              <a:path w="372177" h="173255">
                <a:moveTo>
                  <a:pt x="0" y="0"/>
                </a:moveTo>
                <a:lnTo>
                  <a:pt x="372176" y="173254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176_path_1">
            <a:extLst>
              <a:ext uri="{FF2B5EF4-FFF2-40B4-BE49-F238E27FC236}">
                <a16:creationId xmlns:a16="http://schemas.microsoft.com/office/drawing/2014/main" id="{1B073DC0-CDAD-C437-7C51-78EF08D1DEA3}"/>
              </a:ext>
            </a:extLst>
          </p:cNvPr>
          <p:cNvSpPr>
            <a:spLocks/>
          </p:cNvSpPr>
          <p:nvPr>
            <p:custDataLst>
              <p:tags r:id="rId251"/>
            </p:custDataLst>
          </p:nvPr>
        </p:nvSpPr>
        <p:spPr>
          <a:xfrm>
            <a:off x="5985374" y="2916166"/>
            <a:ext cx="267967" cy="50822"/>
          </a:xfrm>
          <a:custGeom>
            <a:avLst/>
            <a:gdLst/>
            <a:ahLst/>
            <a:cxnLst/>
            <a:rect l="0" t="0" r="0" b="0"/>
            <a:pathLst>
              <a:path w="372177" h="57752">
                <a:moveTo>
                  <a:pt x="0" y="0"/>
                </a:moveTo>
                <a:lnTo>
                  <a:pt x="372176" y="57751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3" name="176_path_2">
            <a:extLst>
              <a:ext uri="{FF2B5EF4-FFF2-40B4-BE49-F238E27FC236}">
                <a16:creationId xmlns:a16="http://schemas.microsoft.com/office/drawing/2014/main" id="{98D5D46E-7E83-18A7-48D6-497836E42820}"/>
              </a:ext>
            </a:extLst>
          </p:cNvPr>
          <p:cNvSpPr>
            <a:spLocks/>
          </p:cNvSpPr>
          <p:nvPr>
            <p:custDataLst>
              <p:tags r:id="rId252"/>
            </p:custDataLst>
          </p:nvPr>
        </p:nvSpPr>
        <p:spPr>
          <a:xfrm>
            <a:off x="5985374" y="2966987"/>
            <a:ext cx="267967" cy="50823"/>
          </a:xfrm>
          <a:custGeom>
            <a:avLst/>
            <a:gdLst/>
            <a:ahLst/>
            <a:cxnLst/>
            <a:rect l="0" t="0" r="0" b="0"/>
            <a:pathLst>
              <a:path w="372177" h="57753">
                <a:moveTo>
                  <a:pt x="0" y="57752"/>
                </a:moveTo>
                <a:lnTo>
                  <a:pt x="372176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176_path_3">
            <a:extLst>
              <a:ext uri="{FF2B5EF4-FFF2-40B4-BE49-F238E27FC236}">
                <a16:creationId xmlns:a16="http://schemas.microsoft.com/office/drawing/2014/main" id="{40ACA6A1-26AB-87BA-8FC8-031CC2837E33}"/>
              </a:ext>
            </a:extLst>
          </p:cNvPr>
          <p:cNvSpPr>
            <a:spLocks/>
          </p:cNvSpPr>
          <p:nvPr>
            <p:custDataLst>
              <p:tags r:id="rId253"/>
            </p:custDataLst>
          </p:nvPr>
        </p:nvSpPr>
        <p:spPr>
          <a:xfrm>
            <a:off x="5985374" y="2966988"/>
            <a:ext cx="267967" cy="152465"/>
          </a:xfrm>
          <a:custGeom>
            <a:avLst/>
            <a:gdLst/>
            <a:ahLst/>
            <a:cxnLst/>
            <a:rect l="0" t="0" r="0" b="0"/>
            <a:pathLst>
              <a:path w="372177" h="173256">
                <a:moveTo>
                  <a:pt x="0" y="173255"/>
                </a:moveTo>
                <a:lnTo>
                  <a:pt x="372176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PN_shape_177_circle">
            <a:extLst>
              <a:ext uri="{FF2B5EF4-FFF2-40B4-BE49-F238E27FC236}">
                <a16:creationId xmlns:a16="http://schemas.microsoft.com/office/drawing/2014/main" id="{9BE2EB1E-222B-7CEC-EBF7-CE1801E9E468}"/>
              </a:ext>
            </a:extLst>
          </p:cNvPr>
          <p:cNvSpPr/>
          <p:nvPr>
            <p:custDataLst>
              <p:tags r:id="rId254"/>
            </p:custDataLst>
          </p:nvPr>
        </p:nvSpPr>
        <p:spPr>
          <a:xfrm>
            <a:off x="5685065" y="2774996"/>
            <a:ext cx="64682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8" name="PN_shape_178_circle">
            <a:extLst>
              <a:ext uri="{FF2B5EF4-FFF2-40B4-BE49-F238E27FC236}">
                <a16:creationId xmlns:a16="http://schemas.microsoft.com/office/drawing/2014/main" id="{8E321362-5749-B01C-8CC6-7C0815858B61}"/>
              </a:ext>
            </a:extLst>
          </p:cNvPr>
          <p:cNvSpPr/>
          <p:nvPr>
            <p:custDataLst>
              <p:tags r:id="rId255"/>
            </p:custDataLst>
          </p:nvPr>
        </p:nvSpPr>
        <p:spPr>
          <a:xfrm>
            <a:off x="5685065" y="2876638"/>
            <a:ext cx="64682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9" name="PN_shape_179_circle">
            <a:extLst>
              <a:ext uri="{FF2B5EF4-FFF2-40B4-BE49-F238E27FC236}">
                <a16:creationId xmlns:a16="http://schemas.microsoft.com/office/drawing/2014/main" id="{AAC29F22-FA02-ACD1-0009-1AC6C7BEB87A}"/>
              </a:ext>
            </a:extLst>
          </p:cNvPr>
          <p:cNvSpPr/>
          <p:nvPr>
            <p:custDataLst>
              <p:tags r:id="rId256"/>
            </p:custDataLst>
          </p:nvPr>
        </p:nvSpPr>
        <p:spPr>
          <a:xfrm>
            <a:off x="5685065" y="2978281"/>
            <a:ext cx="64682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0" name="PN_shape_180_circle">
            <a:extLst>
              <a:ext uri="{FF2B5EF4-FFF2-40B4-BE49-F238E27FC236}">
                <a16:creationId xmlns:a16="http://schemas.microsoft.com/office/drawing/2014/main" id="{0F3C7654-AF0C-F7AB-64D7-312461D68809}"/>
              </a:ext>
            </a:extLst>
          </p:cNvPr>
          <p:cNvSpPr/>
          <p:nvPr>
            <p:custDataLst>
              <p:tags r:id="rId257"/>
            </p:custDataLst>
          </p:nvPr>
        </p:nvSpPr>
        <p:spPr>
          <a:xfrm>
            <a:off x="5685065" y="3079924"/>
            <a:ext cx="64682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1" name="PN_shape_181_circle">
            <a:extLst>
              <a:ext uri="{FF2B5EF4-FFF2-40B4-BE49-F238E27FC236}">
                <a16:creationId xmlns:a16="http://schemas.microsoft.com/office/drawing/2014/main" id="{A2AB3DCD-838F-F279-754E-14EDF42121BB}"/>
              </a:ext>
            </a:extLst>
          </p:cNvPr>
          <p:cNvSpPr/>
          <p:nvPr>
            <p:custDataLst>
              <p:tags r:id="rId258"/>
            </p:custDataLst>
          </p:nvPr>
        </p:nvSpPr>
        <p:spPr>
          <a:xfrm>
            <a:off x="5953033" y="2774996"/>
            <a:ext cx="64681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2" name="PN_shape_182_circle">
            <a:extLst>
              <a:ext uri="{FF2B5EF4-FFF2-40B4-BE49-F238E27FC236}">
                <a16:creationId xmlns:a16="http://schemas.microsoft.com/office/drawing/2014/main" id="{3B1D4411-BF84-0A65-996E-0FC86A0E9A33}"/>
              </a:ext>
            </a:extLst>
          </p:cNvPr>
          <p:cNvSpPr/>
          <p:nvPr>
            <p:custDataLst>
              <p:tags r:id="rId259"/>
            </p:custDataLst>
          </p:nvPr>
        </p:nvSpPr>
        <p:spPr>
          <a:xfrm>
            <a:off x="5953033" y="2876638"/>
            <a:ext cx="64681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3" name="PN_shape_183_circle">
            <a:extLst>
              <a:ext uri="{FF2B5EF4-FFF2-40B4-BE49-F238E27FC236}">
                <a16:creationId xmlns:a16="http://schemas.microsoft.com/office/drawing/2014/main" id="{20740393-1F5C-86A1-CC68-572245DA8B61}"/>
              </a:ext>
            </a:extLst>
          </p:cNvPr>
          <p:cNvSpPr/>
          <p:nvPr>
            <p:custDataLst>
              <p:tags r:id="rId260"/>
            </p:custDataLst>
          </p:nvPr>
        </p:nvSpPr>
        <p:spPr>
          <a:xfrm>
            <a:off x="5953033" y="2978281"/>
            <a:ext cx="64681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4" name="PN_shape_184_circle">
            <a:extLst>
              <a:ext uri="{FF2B5EF4-FFF2-40B4-BE49-F238E27FC236}">
                <a16:creationId xmlns:a16="http://schemas.microsoft.com/office/drawing/2014/main" id="{A05AD895-5834-74E8-BA27-E2F2F44CAF9C}"/>
              </a:ext>
            </a:extLst>
          </p:cNvPr>
          <p:cNvSpPr/>
          <p:nvPr>
            <p:custDataLst>
              <p:tags r:id="rId261"/>
            </p:custDataLst>
          </p:nvPr>
        </p:nvSpPr>
        <p:spPr>
          <a:xfrm>
            <a:off x="5953033" y="3079924"/>
            <a:ext cx="64681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5" name="PN_shape_185_circle">
            <a:extLst>
              <a:ext uri="{FF2B5EF4-FFF2-40B4-BE49-F238E27FC236}">
                <a16:creationId xmlns:a16="http://schemas.microsoft.com/office/drawing/2014/main" id="{A8C2BD0A-6D67-0743-8872-37632F1CABCD}"/>
              </a:ext>
            </a:extLst>
          </p:cNvPr>
          <p:cNvSpPr/>
          <p:nvPr>
            <p:custDataLst>
              <p:tags r:id="rId262"/>
            </p:custDataLst>
          </p:nvPr>
        </p:nvSpPr>
        <p:spPr>
          <a:xfrm>
            <a:off x="6207140" y="2910519"/>
            <a:ext cx="92403" cy="112937"/>
          </a:xfrm>
          <a:prstGeom prst="ellipse">
            <a:avLst/>
          </a:prstGeom>
          <a:solidFill>
            <a:srgbClr val="7463A6"/>
          </a:solidFill>
          <a:ln w="19251" cap="flat" cmpd="sng" algn="ctr">
            <a:solidFill>
              <a:srgbClr val="594B8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6" name="PN_text_186_text">
            <a:extLst>
              <a:ext uri="{FF2B5EF4-FFF2-40B4-BE49-F238E27FC236}">
                <a16:creationId xmlns:a16="http://schemas.microsoft.com/office/drawing/2014/main" id="{8ACC49D2-8FE6-128C-7681-4A629F8F2E35}"/>
              </a:ext>
            </a:extLst>
          </p:cNvPr>
          <p:cNvSpPr txBox="1"/>
          <p:nvPr>
            <p:custDataLst>
              <p:tags r:id="rId263"/>
            </p:custDataLst>
          </p:nvPr>
        </p:nvSpPr>
        <p:spPr>
          <a:xfrm>
            <a:off x="5573028" y="2427267"/>
            <a:ext cx="814939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061" b="1">
                <a:solidFill>
                  <a:srgbClr val="665696"/>
                </a:solidFill>
                <a:latin typeface="Times New Roman" panose="02020603050405020304" pitchFamily="18" charset="0"/>
              </a:rPr>
              <a:t>ρ: 16→16→1</a:t>
            </a:r>
            <a:endParaRPr lang="zh-CN" altLang="en-US" sz="1061" b="1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7" name="PN_text_187_text">
            <a:extLst>
              <a:ext uri="{FF2B5EF4-FFF2-40B4-BE49-F238E27FC236}">
                <a16:creationId xmlns:a16="http://schemas.microsoft.com/office/drawing/2014/main" id="{242E00A7-0284-48A7-2A10-5B0563886F7D}"/>
              </a:ext>
            </a:extLst>
          </p:cNvPr>
          <p:cNvSpPr txBox="1"/>
          <p:nvPr>
            <p:custDataLst>
              <p:tags r:id="rId264"/>
            </p:custDataLst>
          </p:nvPr>
        </p:nvSpPr>
        <p:spPr>
          <a:xfrm>
            <a:off x="5698155" y="3372275"/>
            <a:ext cx="564682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665696"/>
                </a:solidFill>
                <a:latin typeface="Times New Roman" panose="02020603050405020304" pitchFamily="18" charset="0"/>
              </a:rPr>
              <a:t>Δη</a:t>
            </a:r>
            <a:r>
              <a:rPr lang="en-US" altLang="zh-CN" sz="1166" b="1" baseline="-19500">
                <a:solidFill>
                  <a:srgbClr val="665696"/>
                </a:solidFill>
                <a:latin typeface="Times New Roman" panose="02020603050405020304" pitchFamily="18" charset="0"/>
              </a:rPr>
              <a:t>res</a:t>
            </a:r>
            <a:endParaRPr lang="zh-CN" altLang="en-US" sz="1166" b="1" baseline="-19500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5" name="188_path_0">
            <a:extLst>
              <a:ext uri="{FF2B5EF4-FFF2-40B4-BE49-F238E27FC236}">
                <a16:creationId xmlns:a16="http://schemas.microsoft.com/office/drawing/2014/main" id="{D30E3947-FA9B-9FB2-23C2-279D67B69455}"/>
              </a:ext>
            </a:extLst>
          </p:cNvPr>
          <p:cNvSpPr/>
          <p:nvPr>
            <p:custDataLst>
              <p:tags r:id="rId265"/>
            </p:custDataLst>
          </p:nvPr>
        </p:nvSpPr>
        <p:spPr>
          <a:xfrm>
            <a:off x="3336758" y="5148714"/>
            <a:ext cx="1732548" cy="1"/>
          </a:xfrm>
          <a:custGeom>
            <a:avLst/>
            <a:gdLst/>
            <a:ahLst/>
            <a:cxnLst/>
            <a:rect l="0" t="0" r="0" b="0"/>
            <a:pathLst>
              <a:path w="1732548" h="1">
                <a:moveTo>
                  <a:pt x="0" y="0"/>
                </a:moveTo>
                <a:lnTo>
                  <a:pt x="1732547" y="0"/>
                </a:lnTo>
              </a:path>
            </a:pathLst>
          </a:custGeom>
          <a:ln w="25667">
            <a:solidFill>
              <a:srgbClr val="C6782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189_path_0">
            <a:extLst>
              <a:ext uri="{FF2B5EF4-FFF2-40B4-BE49-F238E27FC236}">
                <a16:creationId xmlns:a16="http://schemas.microsoft.com/office/drawing/2014/main" id="{212C7B94-E292-F34F-9C0A-ADD9B561A4A8}"/>
              </a:ext>
            </a:extLst>
          </p:cNvPr>
          <p:cNvSpPr>
            <a:spLocks/>
          </p:cNvSpPr>
          <p:nvPr>
            <p:custDataLst>
              <p:tags r:id="rId266"/>
            </p:custDataLst>
          </p:nvPr>
        </p:nvSpPr>
        <p:spPr>
          <a:xfrm>
            <a:off x="5069305" y="5148714"/>
            <a:ext cx="494098" cy="1"/>
          </a:xfrm>
          <a:custGeom>
            <a:avLst/>
            <a:gdLst/>
            <a:ahLst/>
            <a:cxnLst/>
            <a:rect l="0" t="0" r="0" b="0"/>
            <a:pathLst>
              <a:path w="494098" h="1">
                <a:moveTo>
                  <a:pt x="0" y="0"/>
                </a:moveTo>
                <a:lnTo>
                  <a:pt x="494097" y="0"/>
                </a:lnTo>
              </a:path>
            </a:pathLst>
          </a:custGeom>
          <a:ln w="15240">
            <a:solidFill>
              <a:srgbClr val="C678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189_path_arrow_0">
            <a:extLst>
              <a:ext uri="{FF2B5EF4-FFF2-40B4-BE49-F238E27FC236}">
                <a16:creationId xmlns:a16="http://schemas.microsoft.com/office/drawing/2014/main" id="{E4D6EEC4-F441-B590-896B-E92D35598678}"/>
              </a:ext>
            </a:extLst>
          </p:cNvPr>
          <p:cNvSpPr/>
          <p:nvPr>
            <p:custDataLst>
              <p:tags r:id="rId267"/>
            </p:custDataLst>
          </p:nvPr>
        </p:nvSpPr>
        <p:spPr>
          <a:xfrm>
            <a:off x="5510215" y="5121442"/>
            <a:ext cx="77002" cy="54543"/>
          </a:xfrm>
          <a:custGeom>
            <a:avLst/>
            <a:gdLst>
              <a:gd name="csX0" fmla="*/ 77002 w 77002"/>
              <a:gd name="csY0" fmla="*/ 27272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2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C6782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PN_text_190_text">
            <a:extLst>
              <a:ext uri="{FF2B5EF4-FFF2-40B4-BE49-F238E27FC236}">
                <a16:creationId xmlns:a16="http://schemas.microsoft.com/office/drawing/2014/main" id="{FDF1BB9F-5014-06E3-6EC4-54712D41D4AE}"/>
              </a:ext>
            </a:extLst>
          </p:cNvPr>
          <p:cNvSpPr txBox="1"/>
          <p:nvPr>
            <p:custDataLst>
              <p:tags r:id="rId268"/>
            </p:custDataLst>
          </p:nvPr>
        </p:nvSpPr>
        <p:spPr>
          <a:xfrm>
            <a:off x="3336758" y="4947931"/>
            <a:ext cx="368968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 b="1">
                <a:solidFill>
                  <a:srgbClr val="A95F13"/>
                </a:solidFill>
                <a:latin typeface="Times New Roman" panose="02020603050405020304" pitchFamily="18" charset="0"/>
              </a:rPr>
              <a:t>|S</a:t>
            </a:r>
            <a:r>
              <a:rPr lang="en-US" altLang="zh-CN" sz="1011" b="1" baseline="-19500">
                <a:solidFill>
                  <a:srgbClr val="A95F13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960" b="1">
                <a:solidFill>
                  <a:srgbClr val="A95F13"/>
                </a:solidFill>
                <a:latin typeface="Times New Roman" panose="02020603050405020304" pitchFamily="18" charset="0"/>
              </a:rPr>
              <a:t>| = 0</a:t>
            </a:r>
            <a:endParaRPr lang="zh-CN" altLang="en-US" sz="960" b="1">
              <a:solidFill>
                <a:srgbClr val="A95F13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" name="PN_shape_191_rect">
            <a:extLst>
              <a:ext uri="{FF2B5EF4-FFF2-40B4-BE49-F238E27FC236}">
                <a16:creationId xmlns:a16="http://schemas.microsoft.com/office/drawing/2014/main" id="{4DB6D000-3C2B-036F-42D9-3B9D16B7A1A9}"/>
              </a:ext>
            </a:extLst>
          </p:cNvPr>
          <p:cNvSpPr/>
          <p:nvPr>
            <p:custDataLst>
              <p:tags r:id="rId269"/>
            </p:custDataLst>
          </p:nvPr>
        </p:nvSpPr>
        <p:spPr>
          <a:xfrm>
            <a:off x="5621154" y="4956208"/>
            <a:ext cx="603183" cy="385011"/>
          </a:xfrm>
          <a:prstGeom prst="roundRect">
            <a:avLst>
              <a:gd name="adj" fmla="val 5000"/>
            </a:avLst>
          </a:prstGeom>
          <a:solidFill>
            <a:srgbClr val="FFF8EF"/>
          </a:solidFill>
          <a:ln w="22459" cap="flat" cmpd="sng" algn="ctr">
            <a:solidFill>
              <a:srgbClr val="C678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0" name="PN_text_192_text">
            <a:extLst>
              <a:ext uri="{FF2B5EF4-FFF2-40B4-BE49-F238E27FC236}">
                <a16:creationId xmlns:a16="http://schemas.microsoft.com/office/drawing/2014/main" id="{3BEC79E1-083E-A28C-EAC6-A39EFCF5503D}"/>
              </a:ext>
            </a:extLst>
          </p:cNvPr>
          <p:cNvSpPr txBox="1"/>
          <p:nvPr>
            <p:custDataLst>
              <p:tags r:id="rId270"/>
            </p:custDataLst>
          </p:nvPr>
        </p:nvSpPr>
        <p:spPr>
          <a:xfrm>
            <a:off x="5732486" y="5059905"/>
            <a:ext cx="380519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A95F13"/>
                </a:solidFill>
                <a:latin typeface="Times New Roman" panose="02020603050405020304" pitchFamily="18" charset="0"/>
              </a:rPr>
              <a:t>Δη=0</a:t>
            </a:r>
            <a:endParaRPr lang="zh-CN" altLang="en-US" sz="1213" b="1">
              <a:solidFill>
                <a:srgbClr val="A95F13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1" name="PN_text_193_text">
            <a:extLst>
              <a:ext uri="{FF2B5EF4-FFF2-40B4-BE49-F238E27FC236}">
                <a16:creationId xmlns:a16="http://schemas.microsoft.com/office/drawing/2014/main" id="{7664EFB3-092B-9C8C-23F3-5DD0338EC6E6}"/>
              </a:ext>
            </a:extLst>
          </p:cNvPr>
          <p:cNvSpPr txBox="1"/>
          <p:nvPr>
            <p:custDataLst>
              <p:tags r:id="rId271"/>
            </p:custDataLst>
          </p:nvPr>
        </p:nvSpPr>
        <p:spPr>
          <a:xfrm>
            <a:off x="4003468" y="5615282"/>
            <a:ext cx="1464323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Deep Sets · 3,225 parameters</a:t>
            </a:r>
            <a:endParaRPr lang="zh-CN" altLang="en-US" sz="96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" name="PN_shape_194_rect">
            <a:extLst>
              <a:ext uri="{FF2B5EF4-FFF2-40B4-BE49-F238E27FC236}">
                <a16:creationId xmlns:a16="http://schemas.microsoft.com/office/drawing/2014/main" id="{FF5B5308-D53E-D353-4427-D33B96E526AA}"/>
              </a:ext>
            </a:extLst>
          </p:cNvPr>
          <p:cNvSpPr/>
          <p:nvPr>
            <p:custDataLst>
              <p:tags r:id="rId272"/>
            </p:custDataLst>
          </p:nvPr>
        </p:nvSpPr>
        <p:spPr>
          <a:xfrm>
            <a:off x="6737684" y="1208773"/>
            <a:ext cx="2342148" cy="834189"/>
          </a:xfrm>
          <a:prstGeom prst="roundRect">
            <a:avLst>
              <a:gd name="adj" fmla="val 2308"/>
            </a:avLst>
          </a:prstGeom>
          <a:solidFill>
            <a:srgbClr val="F7F4FA"/>
          </a:solidFill>
          <a:ln w="22459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3" name="PN_text_195_text">
            <a:extLst>
              <a:ext uri="{FF2B5EF4-FFF2-40B4-BE49-F238E27FC236}">
                <a16:creationId xmlns:a16="http://schemas.microsoft.com/office/drawing/2014/main" id="{380F57F9-387B-8CF8-AD51-D09082211480}"/>
              </a:ext>
            </a:extLst>
          </p:cNvPr>
          <p:cNvSpPr txBox="1"/>
          <p:nvPr>
            <p:custDataLst>
              <p:tags r:id="rId273"/>
            </p:custDataLst>
          </p:nvPr>
        </p:nvSpPr>
        <p:spPr>
          <a:xfrm>
            <a:off x="7399281" y="1311891"/>
            <a:ext cx="1025371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62" b="1">
                <a:solidFill>
                  <a:srgbClr val="665696"/>
                </a:solidFill>
                <a:latin typeface="Times New Roman" panose="02020603050405020304" pitchFamily="18" charset="0"/>
              </a:rPr>
              <a:t>3-fold inner CV</a:t>
            </a:r>
            <a:endParaRPr lang="zh-CN" altLang="en-US" sz="1162" b="1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" name="PN_text_196_text">
            <a:extLst>
              <a:ext uri="{FF2B5EF4-FFF2-40B4-BE49-F238E27FC236}">
                <a16:creationId xmlns:a16="http://schemas.microsoft.com/office/drawing/2014/main" id="{C7202F02-0663-7883-0229-2953CB1503DF}"/>
              </a:ext>
            </a:extLst>
          </p:cNvPr>
          <p:cNvSpPr txBox="1"/>
          <p:nvPr>
            <p:custDataLst>
              <p:tags r:id="rId274"/>
            </p:custDataLst>
          </p:nvPr>
        </p:nvSpPr>
        <p:spPr>
          <a:xfrm>
            <a:off x="7242048" y="1541743"/>
            <a:ext cx="1339837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>
                <a:solidFill>
                  <a:srgbClr val="20262D"/>
                </a:solidFill>
                <a:latin typeface="Times New Roman" panose="02020603050405020304" pitchFamily="18" charset="0"/>
              </a:rPr>
              <a:t>penalty · checkpoint · </a:t>
            </a:r>
            <a:r>
              <a:rPr lang="el-GR" altLang="zh-CN" sz="1061">
                <a:solidFill>
                  <a:srgbClr val="20262D"/>
                </a:solidFill>
                <a:latin typeface="Times New Roman" panose="02020603050405020304" pitchFamily="18" charset="0"/>
              </a:rPr>
              <a:t>λ</a:t>
            </a:r>
            <a:r>
              <a:rPr lang="en-US" altLang="zh-CN" sz="1088" baseline="-19500">
                <a:solidFill>
                  <a:srgbClr val="20262D"/>
                </a:solidFill>
                <a:latin typeface="Times New Roman" panose="02020603050405020304" pitchFamily="18" charset="0"/>
              </a:rPr>
              <a:t>f</a:t>
            </a:r>
            <a:endParaRPr lang="zh-CN" altLang="en-US" sz="1088" baseline="-1950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5" name="PN_text_197_text">
            <a:extLst>
              <a:ext uri="{FF2B5EF4-FFF2-40B4-BE49-F238E27FC236}">
                <a16:creationId xmlns:a16="http://schemas.microsoft.com/office/drawing/2014/main" id="{C05C784B-0E3A-03A0-6EA0-982410DFEDF1}"/>
              </a:ext>
            </a:extLst>
          </p:cNvPr>
          <p:cNvSpPr txBox="1"/>
          <p:nvPr>
            <p:custDataLst>
              <p:tags r:id="rId275"/>
            </p:custDataLst>
          </p:nvPr>
        </p:nvSpPr>
        <p:spPr>
          <a:xfrm>
            <a:off x="7157987" y="1765177"/>
            <a:ext cx="1507958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selected inside each outer fold</a:t>
            </a:r>
            <a:endParaRPr lang="zh-CN" altLang="en-US" sz="96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" name="PN_shape_198_rect">
            <a:extLst>
              <a:ext uri="{FF2B5EF4-FFF2-40B4-BE49-F238E27FC236}">
                <a16:creationId xmlns:a16="http://schemas.microsoft.com/office/drawing/2014/main" id="{C54F7F1F-A383-5004-EF5C-7C38FC9AA337}"/>
              </a:ext>
            </a:extLst>
          </p:cNvPr>
          <p:cNvSpPr/>
          <p:nvPr>
            <p:custDataLst>
              <p:tags r:id="rId276"/>
            </p:custDataLst>
          </p:nvPr>
        </p:nvSpPr>
        <p:spPr>
          <a:xfrm>
            <a:off x="6737684" y="2402305"/>
            <a:ext cx="802105" cy="449179"/>
          </a:xfrm>
          <a:prstGeom prst="roundRect">
            <a:avLst>
              <a:gd name="adj" fmla="val 4286"/>
            </a:avLst>
          </a:prstGeom>
          <a:solidFill>
            <a:srgbClr val="F4F8FB"/>
          </a:solidFill>
          <a:ln w="22459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7" name="PN_text_199_text">
            <a:extLst>
              <a:ext uri="{FF2B5EF4-FFF2-40B4-BE49-F238E27FC236}">
                <a16:creationId xmlns:a16="http://schemas.microsoft.com/office/drawing/2014/main" id="{AE174F48-D50A-2997-0BF4-2A17C95BCD92}"/>
              </a:ext>
            </a:extLst>
          </p:cNvPr>
          <p:cNvSpPr txBox="1"/>
          <p:nvPr>
            <p:custDataLst>
              <p:tags r:id="rId277"/>
            </p:custDataLst>
          </p:nvPr>
        </p:nvSpPr>
        <p:spPr>
          <a:xfrm>
            <a:off x="6960349" y="2464613"/>
            <a:ext cx="363193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anchor</a:t>
            </a:r>
            <a:endParaRPr lang="zh-CN" altLang="en-US" sz="96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" name="PN_text_200_text">
            <a:extLst>
              <a:ext uri="{FF2B5EF4-FFF2-40B4-BE49-F238E27FC236}">
                <a16:creationId xmlns:a16="http://schemas.microsoft.com/office/drawing/2014/main" id="{06478128-73FF-13AE-B582-D7D157EF18CF}"/>
              </a:ext>
            </a:extLst>
          </p:cNvPr>
          <p:cNvSpPr txBox="1"/>
          <p:nvPr>
            <p:custDataLst>
              <p:tags r:id="rId278"/>
            </p:custDataLst>
          </p:nvPr>
        </p:nvSpPr>
        <p:spPr>
          <a:xfrm>
            <a:off x="7023554" y="2621505"/>
            <a:ext cx="236781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η</a:t>
            </a:r>
            <a:r>
              <a:rPr lang="en-US" altLang="zh-CN" sz="1166" b="1" baseline="-19500">
                <a:solidFill>
                  <a:srgbClr val="2E6F9E"/>
                </a:solidFill>
                <a:latin typeface="Times New Roman" panose="02020603050405020304" pitchFamily="18" charset="0"/>
              </a:rPr>
              <a:t>V0</a:t>
            </a:r>
            <a:endParaRPr lang="zh-CN" altLang="en-US" sz="1166" b="1" baseline="-19500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" name="201_path_0">
            <a:extLst>
              <a:ext uri="{FF2B5EF4-FFF2-40B4-BE49-F238E27FC236}">
                <a16:creationId xmlns:a16="http://schemas.microsoft.com/office/drawing/2014/main" id="{B51E049D-6944-EC9A-8BD8-DD61DB408A0F}"/>
              </a:ext>
            </a:extLst>
          </p:cNvPr>
          <p:cNvSpPr>
            <a:spLocks/>
          </p:cNvSpPr>
          <p:nvPr>
            <p:custDataLst>
              <p:tags r:id="rId279"/>
            </p:custDataLst>
          </p:nvPr>
        </p:nvSpPr>
        <p:spPr>
          <a:xfrm>
            <a:off x="7546206" y="2626895"/>
            <a:ext cx="859858" cy="1"/>
          </a:xfrm>
          <a:custGeom>
            <a:avLst/>
            <a:gdLst/>
            <a:ahLst/>
            <a:cxnLst/>
            <a:rect l="0" t="0" r="0" b="0"/>
            <a:pathLst>
              <a:path w="859858" h="1">
                <a:moveTo>
                  <a:pt x="0" y="0"/>
                </a:moveTo>
                <a:lnTo>
                  <a:pt x="859857" y="0"/>
                </a:lnTo>
              </a:path>
            </a:pathLst>
          </a:custGeom>
          <a:ln w="1524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9" name="201_path_arrow_0">
            <a:extLst>
              <a:ext uri="{FF2B5EF4-FFF2-40B4-BE49-F238E27FC236}">
                <a16:creationId xmlns:a16="http://schemas.microsoft.com/office/drawing/2014/main" id="{C420244C-3B40-8A9E-3C58-65F9B8214252}"/>
              </a:ext>
            </a:extLst>
          </p:cNvPr>
          <p:cNvSpPr/>
          <p:nvPr>
            <p:custDataLst>
              <p:tags r:id="rId280"/>
            </p:custDataLst>
          </p:nvPr>
        </p:nvSpPr>
        <p:spPr>
          <a:xfrm>
            <a:off x="8329062" y="2599623"/>
            <a:ext cx="77002" cy="54543"/>
          </a:xfrm>
          <a:custGeom>
            <a:avLst/>
            <a:gdLst>
              <a:gd name="csX0" fmla="*/ 77002 w 77002"/>
              <a:gd name="csY0" fmla="*/ 27272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2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N_shape_202_rect">
            <a:extLst>
              <a:ext uri="{FF2B5EF4-FFF2-40B4-BE49-F238E27FC236}">
                <a16:creationId xmlns:a16="http://schemas.microsoft.com/office/drawing/2014/main" id="{6939FCA2-A2FF-2264-227D-895B028F7F71}"/>
              </a:ext>
            </a:extLst>
          </p:cNvPr>
          <p:cNvSpPr/>
          <p:nvPr>
            <p:custDataLst>
              <p:tags r:id="rId281"/>
            </p:custDataLst>
          </p:nvPr>
        </p:nvSpPr>
        <p:spPr>
          <a:xfrm>
            <a:off x="6737684" y="3300663"/>
            <a:ext cx="802105" cy="449179"/>
          </a:xfrm>
          <a:prstGeom prst="roundRect">
            <a:avLst>
              <a:gd name="adj" fmla="val 4286"/>
            </a:avLst>
          </a:prstGeom>
          <a:solidFill>
            <a:srgbClr val="F7F4FA"/>
          </a:solidFill>
          <a:ln w="22459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0" name="PN_text_203_text">
            <a:extLst>
              <a:ext uri="{FF2B5EF4-FFF2-40B4-BE49-F238E27FC236}">
                <a16:creationId xmlns:a16="http://schemas.microsoft.com/office/drawing/2014/main" id="{AE410C96-9D99-5EF6-EA84-9E8DA72C35FD}"/>
              </a:ext>
            </a:extLst>
          </p:cNvPr>
          <p:cNvSpPr txBox="1"/>
          <p:nvPr>
            <p:custDataLst>
              <p:tags r:id="rId282"/>
            </p:custDataLst>
          </p:nvPr>
        </p:nvSpPr>
        <p:spPr>
          <a:xfrm>
            <a:off x="6933077" y="3362971"/>
            <a:ext cx="417736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residual</a:t>
            </a:r>
            <a:endParaRPr lang="zh-CN" altLang="en-US" sz="96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1" name="PN_text_204_text">
            <a:extLst>
              <a:ext uri="{FF2B5EF4-FFF2-40B4-BE49-F238E27FC236}">
                <a16:creationId xmlns:a16="http://schemas.microsoft.com/office/drawing/2014/main" id="{199A1E80-B49D-2FD1-1688-039A1CCDC4B6}"/>
              </a:ext>
            </a:extLst>
          </p:cNvPr>
          <p:cNvSpPr txBox="1"/>
          <p:nvPr>
            <p:custDataLst>
              <p:tags r:id="rId283"/>
            </p:custDataLst>
          </p:nvPr>
        </p:nvSpPr>
        <p:spPr>
          <a:xfrm>
            <a:off x="6972556" y="3519863"/>
            <a:ext cx="338779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665696"/>
                </a:solidFill>
                <a:latin typeface="Times New Roman" panose="02020603050405020304" pitchFamily="18" charset="0"/>
              </a:rPr>
              <a:t>Δη</a:t>
            </a:r>
            <a:r>
              <a:rPr lang="en-US" altLang="zh-CN" sz="1166" b="1" baseline="-19500">
                <a:solidFill>
                  <a:srgbClr val="665696"/>
                </a:solidFill>
                <a:latin typeface="Times New Roman" panose="02020603050405020304" pitchFamily="18" charset="0"/>
              </a:rPr>
              <a:t>res</a:t>
            </a:r>
            <a:endParaRPr lang="zh-CN" altLang="en-US" sz="1166" b="1" baseline="-19500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0" name="205_path_0">
            <a:extLst>
              <a:ext uri="{FF2B5EF4-FFF2-40B4-BE49-F238E27FC236}">
                <a16:creationId xmlns:a16="http://schemas.microsoft.com/office/drawing/2014/main" id="{59E5C6A6-89FE-374F-B2BC-FEAAB618D525}"/>
              </a:ext>
            </a:extLst>
          </p:cNvPr>
          <p:cNvSpPr>
            <a:spLocks/>
          </p:cNvSpPr>
          <p:nvPr>
            <p:custDataLst>
              <p:tags r:id="rId284"/>
            </p:custDataLst>
          </p:nvPr>
        </p:nvSpPr>
        <p:spPr>
          <a:xfrm>
            <a:off x="7546206" y="3525253"/>
            <a:ext cx="218174" cy="1"/>
          </a:xfrm>
          <a:custGeom>
            <a:avLst/>
            <a:gdLst/>
            <a:ahLst/>
            <a:cxnLst/>
            <a:rect l="0" t="0" r="0" b="0"/>
            <a:pathLst>
              <a:path w="218174" h="1">
                <a:moveTo>
                  <a:pt x="0" y="0"/>
                </a:moveTo>
                <a:lnTo>
                  <a:pt x="218173" y="0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205_path_arrow_0">
            <a:extLst>
              <a:ext uri="{FF2B5EF4-FFF2-40B4-BE49-F238E27FC236}">
                <a16:creationId xmlns:a16="http://schemas.microsoft.com/office/drawing/2014/main" id="{F6F4BEBD-DEAB-9B85-1D07-71579FDB6729}"/>
              </a:ext>
            </a:extLst>
          </p:cNvPr>
          <p:cNvSpPr/>
          <p:nvPr>
            <p:custDataLst>
              <p:tags r:id="rId285"/>
            </p:custDataLst>
          </p:nvPr>
        </p:nvSpPr>
        <p:spPr>
          <a:xfrm>
            <a:off x="7687377" y="3497981"/>
            <a:ext cx="77001" cy="54543"/>
          </a:xfrm>
          <a:custGeom>
            <a:avLst/>
            <a:gdLst>
              <a:gd name="csX0" fmla="*/ 77001 w 77001"/>
              <a:gd name="csY0" fmla="*/ 27271 h 54543"/>
              <a:gd name="csX1" fmla="*/ 0 w 77001"/>
              <a:gd name="csY1" fmla="*/ 54543 h 54543"/>
              <a:gd name="csX2" fmla="*/ 0 w 77001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1" h="54543">
                <a:moveTo>
                  <a:pt x="77001" y="27271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N_shape_206_circle">
            <a:extLst>
              <a:ext uri="{FF2B5EF4-FFF2-40B4-BE49-F238E27FC236}">
                <a16:creationId xmlns:a16="http://schemas.microsoft.com/office/drawing/2014/main" id="{E5056FF2-28E9-14FF-9AB5-CE793B9E5A32}"/>
              </a:ext>
            </a:extLst>
          </p:cNvPr>
          <p:cNvSpPr/>
          <p:nvPr>
            <p:custDataLst>
              <p:tags r:id="rId286"/>
            </p:custDataLst>
          </p:nvPr>
        </p:nvSpPr>
        <p:spPr>
          <a:xfrm>
            <a:off x="7790046" y="3332747"/>
            <a:ext cx="385011" cy="385011"/>
          </a:xfrm>
          <a:prstGeom prst="ellipse">
            <a:avLst/>
          </a:prstGeom>
          <a:solidFill>
            <a:srgbClr val="F2EEF7"/>
          </a:solidFill>
          <a:ln w="25667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3" name="PN_text_207_text">
            <a:extLst>
              <a:ext uri="{FF2B5EF4-FFF2-40B4-BE49-F238E27FC236}">
                <a16:creationId xmlns:a16="http://schemas.microsoft.com/office/drawing/2014/main" id="{AB06FE57-BCE7-6744-F80F-B4A0077906DC}"/>
              </a:ext>
            </a:extLst>
          </p:cNvPr>
          <p:cNvSpPr txBox="1"/>
          <p:nvPr>
            <p:custDataLst>
              <p:tags r:id="rId287"/>
            </p:custDataLst>
          </p:nvPr>
        </p:nvSpPr>
        <p:spPr>
          <a:xfrm>
            <a:off x="7922554" y="3442860"/>
            <a:ext cx="119995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665696"/>
                </a:solidFill>
                <a:latin typeface="Times New Roman" panose="02020603050405020304" pitchFamily="18" charset="0"/>
              </a:rPr>
              <a:t>×</a:t>
            </a:r>
            <a:endParaRPr lang="zh-CN" altLang="en-US" sz="1213" b="1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4" name="PN_text_208_text">
            <a:extLst>
              <a:ext uri="{FF2B5EF4-FFF2-40B4-BE49-F238E27FC236}">
                <a16:creationId xmlns:a16="http://schemas.microsoft.com/office/drawing/2014/main" id="{7B27C716-E651-8493-8D53-CC3DF16FEE04}"/>
              </a:ext>
            </a:extLst>
          </p:cNvPr>
          <p:cNvSpPr txBox="1"/>
          <p:nvPr>
            <p:custDataLst>
              <p:tags r:id="rId288"/>
            </p:custDataLst>
          </p:nvPr>
        </p:nvSpPr>
        <p:spPr>
          <a:xfrm>
            <a:off x="7918383" y="3704218"/>
            <a:ext cx="128337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061" b="1">
                <a:solidFill>
                  <a:srgbClr val="665696"/>
                </a:solidFill>
                <a:latin typeface="Times New Roman" panose="02020603050405020304" pitchFamily="18" charset="0"/>
              </a:rPr>
              <a:t>λ</a:t>
            </a:r>
            <a:r>
              <a:rPr lang="en-US" altLang="zh-CN" sz="1088" b="1" baseline="-19500">
                <a:solidFill>
                  <a:srgbClr val="665696"/>
                </a:solidFill>
                <a:latin typeface="Times New Roman" panose="02020603050405020304" pitchFamily="18" charset="0"/>
              </a:rPr>
              <a:t>f</a:t>
            </a:r>
            <a:endParaRPr lang="zh-CN" altLang="en-US" sz="1088" b="1" baseline="-19500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2" name="209_path_0">
            <a:extLst>
              <a:ext uri="{FF2B5EF4-FFF2-40B4-BE49-F238E27FC236}">
                <a16:creationId xmlns:a16="http://schemas.microsoft.com/office/drawing/2014/main" id="{D441E5A5-A61E-173C-B054-7E5FD98D007D}"/>
              </a:ext>
            </a:extLst>
          </p:cNvPr>
          <p:cNvSpPr>
            <a:spLocks/>
          </p:cNvSpPr>
          <p:nvPr>
            <p:custDataLst>
              <p:tags r:id="rId289"/>
            </p:custDataLst>
          </p:nvPr>
        </p:nvSpPr>
        <p:spPr>
          <a:xfrm>
            <a:off x="7982553" y="2049379"/>
            <a:ext cx="0" cy="1257702"/>
          </a:xfrm>
          <a:custGeom>
            <a:avLst/>
            <a:gdLst>
              <a:gd name="csX0" fmla="*/ 0 w 0"/>
              <a:gd name="csY0" fmla="*/ 0 h 1257702"/>
              <a:gd name="csX1" fmla="*/ 0 w 0"/>
              <a:gd name="csY1" fmla="*/ 1257702 h 125770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257702">
                <a:moveTo>
                  <a:pt x="0" y="0"/>
                </a:moveTo>
                <a:lnTo>
                  <a:pt x="0" y="1257702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209_path_arrow_0">
            <a:extLst>
              <a:ext uri="{FF2B5EF4-FFF2-40B4-BE49-F238E27FC236}">
                <a16:creationId xmlns:a16="http://schemas.microsoft.com/office/drawing/2014/main" id="{ABD84A5E-6711-5C01-000E-6CD41285C8E2}"/>
              </a:ext>
            </a:extLst>
          </p:cNvPr>
          <p:cNvSpPr/>
          <p:nvPr>
            <p:custDataLst>
              <p:tags r:id="rId290"/>
            </p:custDataLst>
          </p:nvPr>
        </p:nvSpPr>
        <p:spPr>
          <a:xfrm>
            <a:off x="7955280" y="3249129"/>
            <a:ext cx="54543" cy="77002"/>
          </a:xfrm>
          <a:custGeom>
            <a:avLst/>
            <a:gdLst>
              <a:gd name="csX0" fmla="*/ 27271 w 54543"/>
              <a:gd name="csY0" fmla="*/ 77002 h 77002"/>
              <a:gd name="csX1" fmla="*/ 0 w 54543"/>
              <a:gd name="csY1" fmla="*/ 0 h 77002"/>
              <a:gd name="csX2" fmla="*/ 54543 w 54543"/>
              <a:gd name="csY2" fmla="*/ 0 h 77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43" h="77002">
                <a:moveTo>
                  <a:pt x="27271" y="77002"/>
                </a:moveTo>
                <a:lnTo>
                  <a:pt x="0" y="0"/>
                </a:lnTo>
                <a:lnTo>
                  <a:pt x="54543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4" name="210_path_0">
            <a:extLst>
              <a:ext uri="{FF2B5EF4-FFF2-40B4-BE49-F238E27FC236}">
                <a16:creationId xmlns:a16="http://schemas.microsoft.com/office/drawing/2014/main" id="{E92B3EB8-54C9-FA22-8C65-E98AB46DDAD9}"/>
              </a:ext>
            </a:extLst>
          </p:cNvPr>
          <p:cNvSpPr>
            <a:spLocks/>
          </p:cNvSpPr>
          <p:nvPr>
            <p:custDataLst>
              <p:tags r:id="rId291"/>
            </p:custDataLst>
          </p:nvPr>
        </p:nvSpPr>
        <p:spPr>
          <a:xfrm>
            <a:off x="8200724" y="2870734"/>
            <a:ext cx="423512" cy="654519"/>
          </a:xfrm>
          <a:custGeom>
            <a:avLst/>
            <a:gdLst>
              <a:gd name="csX0" fmla="*/ 0 w 423512"/>
              <a:gd name="csY0" fmla="*/ 654518 h 654519"/>
              <a:gd name="csX1" fmla="*/ 423512 w 423512"/>
              <a:gd name="csY1" fmla="*/ 654519 h 654519"/>
              <a:gd name="csX2" fmla="*/ 423512 w 423512"/>
              <a:gd name="csY2" fmla="*/ 0 h 654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23512" h="654519">
                <a:moveTo>
                  <a:pt x="0" y="654518"/>
                </a:moveTo>
                <a:lnTo>
                  <a:pt x="423512" y="654519"/>
                </a:lnTo>
                <a:lnTo>
                  <a:pt x="423512" y="0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5" name="210_path_arrow_0">
            <a:extLst>
              <a:ext uri="{FF2B5EF4-FFF2-40B4-BE49-F238E27FC236}">
                <a16:creationId xmlns:a16="http://schemas.microsoft.com/office/drawing/2014/main" id="{B5B182AD-D648-5EE3-17F4-47A30D3BCB55}"/>
              </a:ext>
            </a:extLst>
          </p:cNvPr>
          <p:cNvSpPr/>
          <p:nvPr>
            <p:custDataLst>
              <p:tags r:id="rId292"/>
            </p:custDataLst>
          </p:nvPr>
        </p:nvSpPr>
        <p:spPr>
          <a:xfrm>
            <a:off x="8596964" y="2838985"/>
            <a:ext cx="54544" cy="77002"/>
          </a:xfrm>
          <a:custGeom>
            <a:avLst/>
            <a:gdLst>
              <a:gd name="csX0" fmla="*/ 27272 w 54544"/>
              <a:gd name="csY0" fmla="*/ 0 h 77002"/>
              <a:gd name="csX1" fmla="*/ 54544 w 54544"/>
              <a:gd name="csY1" fmla="*/ 77002 h 77002"/>
              <a:gd name="csX2" fmla="*/ 0 w 54544"/>
              <a:gd name="csY2" fmla="*/ 77002 h 77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44" h="77002">
                <a:moveTo>
                  <a:pt x="27272" y="0"/>
                </a:moveTo>
                <a:lnTo>
                  <a:pt x="54544" y="77002"/>
                </a:lnTo>
                <a:lnTo>
                  <a:pt x="0" y="77002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PN_shape_211_circle">
            <a:extLst>
              <a:ext uri="{FF2B5EF4-FFF2-40B4-BE49-F238E27FC236}">
                <a16:creationId xmlns:a16="http://schemas.microsoft.com/office/drawing/2014/main" id="{4F307651-B4DA-C1D4-B5A4-A4A825E64C8D}"/>
              </a:ext>
            </a:extLst>
          </p:cNvPr>
          <p:cNvSpPr/>
          <p:nvPr>
            <p:custDataLst>
              <p:tags r:id="rId293"/>
            </p:custDataLst>
          </p:nvPr>
        </p:nvSpPr>
        <p:spPr>
          <a:xfrm>
            <a:off x="8406063" y="2408722"/>
            <a:ext cx="436345" cy="436345"/>
          </a:xfrm>
          <a:prstGeom prst="ellipse">
            <a:avLst/>
          </a:prstGeom>
          <a:solidFill>
            <a:srgbClr val="EDF4F8"/>
          </a:solidFill>
          <a:ln w="25667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6" name="PN_text_212_text">
            <a:extLst>
              <a:ext uri="{FF2B5EF4-FFF2-40B4-BE49-F238E27FC236}">
                <a16:creationId xmlns:a16="http://schemas.microsoft.com/office/drawing/2014/main" id="{38004CBA-9162-765D-E2AB-BF489A9748BC}"/>
              </a:ext>
            </a:extLst>
          </p:cNvPr>
          <p:cNvSpPr txBox="1"/>
          <p:nvPr>
            <p:custDataLst>
              <p:tags r:id="rId294"/>
            </p:custDataLst>
          </p:nvPr>
        </p:nvSpPr>
        <p:spPr>
          <a:xfrm>
            <a:off x="8564238" y="2550919"/>
            <a:ext cx="119995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+</a:t>
            </a:r>
            <a:endParaRPr lang="zh-CN" altLang="en-US" sz="1213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6" name="213_path_0">
            <a:extLst>
              <a:ext uri="{FF2B5EF4-FFF2-40B4-BE49-F238E27FC236}">
                <a16:creationId xmlns:a16="http://schemas.microsoft.com/office/drawing/2014/main" id="{D892078A-7659-5DD1-E4FF-BBFF90DF6231}"/>
              </a:ext>
            </a:extLst>
          </p:cNvPr>
          <p:cNvSpPr>
            <a:spLocks/>
          </p:cNvSpPr>
          <p:nvPr>
            <p:custDataLst>
              <p:tags r:id="rId295"/>
            </p:custDataLst>
          </p:nvPr>
        </p:nvSpPr>
        <p:spPr>
          <a:xfrm>
            <a:off x="8861659" y="2626895"/>
            <a:ext cx="109086" cy="0"/>
          </a:xfrm>
          <a:custGeom>
            <a:avLst/>
            <a:gdLst>
              <a:gd name="csX0" fmla="*/ 0 w 109086"/>
              <a:gd name="csY0" fmla="*/ 0 h 0"/>
              <a:gd name="csX1" fmla="*/ 109086 w 109086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9086">
                <a:moveTo>
                  <a:pt x="0" y="0"/>
                </a:moveTo>
                <a:lnTo>
                  <a:pt x="109086" y="0"/>
                </a:lnTo>
              </a:path>
            </a:pathLst>
          </a:custGeom>
          <a:ln w="1524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213_path_arrow_0" hidden="1">
            <a:extLst>
              <a:ext uri="{FF2B5EF4-FFF2-40B4-BE49-F238E27FC236}">
                <a16:creationId xmlns:a16="http://schemas.microsoft.com/office/drawing/2014/main" id="{C017D018-7511-F81D-DB18-4ADFC300D496}"/>
              </a:ext>
            </a:extLst>
          </p:cNvPr>
          <p:cNvSpPr>
            <a:spLocks/>
          </p:cNvSpPr>
          <p:nvPr>
            <p:custDataLst>
              <p:tags r:id="rId296"/>
            </p:custDataLst>
          </p:nvPr>
        </p:nvSpPr>
        <p:spPr>
          <a:xfrm>
            <a:off x="8893743" y="2599623"/>
            <a:ext cx="77002" cy="54543"/>
          </a:xfrm>
          <a:custGeom>
            <a:avLst/>
            <a:gdLst>
              <a:gd name="csX0" fmla="*/ 77002 w 77002"/>
              <a:gd name="csY0" fmla="*/ 27272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2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PN_shape_214_rect">
            <a:extLst>
              <a:ext uri="{FF2B5EF4-FFF2-40B4-BE49-F238E27FC236}">
                <a16:creationId xmlns:a16="http://schemas.microsoft.com/office/drawing/2014/main" id="{3E43F2AA-209B-F463-BEAE-F759EEE78520}"/>
              </a:ext>
            </a:extLst>
          </p:cNvPr>
          <p:cNvSpPr/>
          <p:nvPr>
            <p:custDataLst>
              <p:tags r:id="rId297"/>
            </p:custDataLst>
          </p:nvPr>
        </p:nvSpPr>
        <p:spPr>
          <a:xfrm>
            <a:off x="6737684" y="4237522"/>
            <a:ext cx="2342148" cy="705853"/>
          </a:xfrm>
          <a:prstGeom prst="roundRect">
            <a:avLst>
              <a:gd name="adj" fmla="val 2727"/>
            </a:avLst>
          </a:prstGeom>
          <a:solidFill>
            <a:srgbClr val="F4F8FB"/>
          </a:solidFill>
          <a:ln w="22459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8" name="PN_text_215_text">
            <a:extLst>
              <a:ext uri="{FF2B5EF4-FFF2-40B4-BE49-F238E27FC236}">
                <a16:creationId xmlns:a16="http://schemas.microsoft.com/office/drawing/2014/main" id="{C7E6F02F-A93E-4600-AF82-4F4BAA837D80}"/>
              </a:ext>
            </a:extLst>
          </p:cNvPr>
          <p:cNvSpPr txBox="1"/>
          <p:nvPr>
            <p:custDataLst>
              <p:tags r:id="rId298"/>
            </p:custDataLst>
          </p:nvPr>
        </p:nvSpPr>
        <p:spPr>
          <a:xfrm>
            <a:off x="7407963" y="4347058"/>
            <a:ext cx="1008006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62" b="1">
                <a:solidFill>
                  <a:srgbClr val="2E6F9E"/>
                </a:solidFill>
                <a:latin typeface="Times New Roman" panose="02020603050405020304" pitchFamily="18" charset="0"/>
              </a:rPr>
              <a:t>Raw V1R score</a:t>
            </a:r>
            <a:endParaRPr lang="zh-CN" altLang="en-US" sz="1162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" name="PN_text_216_text">
            <a:extLst>
              <a:ext uri="{FF2B5EF4-FFF2-40B4-BE49-F238E27FC236}">
                <a16:creationId xmlns:a16="http://schemas.microsoft.com/office/drawing/2014/main" id="{5A46AD5C-0BA7-6933-7613-4125D8EC7179}"/>
              </a:ext>
            </a:extLst>
          </p:cNvPr>
          <p:cNvSpPr txBox="1"/>
          <p:nvPr>
            <p:custDataLst>
              <p:tags r:id="rId299"/>
            </p:custDataLst>
          </p:nvPr>
        </p:nvSpPr>
        <p:spPr>
          <a:xfrm>
            <a:off x="7284414" y="4597892"/>
            <a:ext cx="1255104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η</a:t>
            </a:r>
            <a:r>
              <a:rPr lang="en-US" altLang="zh-CN" sz="1166" b="1" baseline="-19500">
                <a:solidFill>
                  <a:srgbClr val="2E6F9E"/>
                </a:solidFill>
                <a:latin typeface="Times New Roman" panose="02020603050405020304" pitchFamily="18" charset="0"/>
              </a:rPr>
              <a:t>V1R</a:t>
            </a:r>
            <a:r>
              <a:rPr lang="en-US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 = </a:t>
            </a:r>
            <a:r>
              <a:rPr lang="el-GR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η</a:t>
            </a:r>
            <a:r>
              <a:rPr lang="en-US" altLang="zh-CN" sz="1166" b="1" baseline="-19500">
                <a:solidFill>
                  <a:srgbClr val="2E6F9E"/>
                </a:solidFill>
                <a:latin typeface="Times New Roman" panose="02020603050405020304" pitchFamily="18" charset="0"/>
              </a:rPr>
              <a:t>V0</a:t>
            </a:r>
            <a:r>
              <a:rPr lang="en-US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 + </a:t>
            </a:r>
            <a:r>
              <a:rPr lang="el-GR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λ</a:t>
            </a:r>
            <a:r>
              <a:rPr lang="en-US" altLang="zh-CN" sz="1166" b="1" baseline="-19500">
                <a:solidFill>
                  <a:srgbClr val="2E6F9E"/>
                </a:solidFill>
                <a:latin typeface="Times New Roman" panose="02020603050405020304" pitchFamily="18" charset="0"/>
              </a:rPr>
              <a:t>f</a:t>
            </a:r>
            <a:r>
              <a:rPr lang="el-GR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Δη</a:t>
            </a:r>
            <a:r>
              <a:rPr lang="en-US" altLang="zh-CN" sz="1166" b="1" baseline="-19500">
                <a:solidFill>
                  <a:srgbClr val="2E6F9E"/>
                </a:solidFill>
                <a:latin typeface="Times New Roman" panose="02020603050405020304" pitchFamily="18" charset="0"/>
              </a:rPr>
              <a:t>res</a:t>
            </a:r>
            <a:endParaRPr lang="zh-CN" altLang="en-US" sz="1166" b="1" baseline="-19500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" name="217_path_0">
            <a:extLst>
              <a:ext uri="{FF2B5EF4-FFF2-40B4-BE49-F238E27FC236}">
                <a16:creationId xmlns:a16="http://schemas.microsoft.com/office/drawing/2014/main" id="{E8BF8A64-59E0-B909-4F0C-EEA6EF572AA7}"/>
              </a:ext>
            </a:extLst>
          </p:cNvPr>
          <p:cNvSpPr>
            <a:spLocks/>
          </p:cNvSpPr>
          <p:nvPr>
            <p:custDataLst>
              <p:tags r:id="rId300"/>
            </p:custDataLst>
          </p:nvPr>
        </p:nvSpPr>
        <p:spPr>
          <a:xfrm>
            <a:off x="7911967" y="2626895"/>
            <a:ext cx="1058778" cy="1578544"/>
          </a:xfrm>
          <a:custGeom>
            <a:avLst/>
            <a:gdLst>
              <a:gd name="csX0" fmla="*/ 1058778 w 1058778"/>
              <a:gd name="csY0" fmla="*/ 0 h 1578544"/>
              <a:gd name="csX1" fmla="*/ 1058778 w 1058778"/>
              <a:gd name="csY1" fmla="*/ 1405289 h 1578544"/>
              <a:gd name="csX2" fmla="*/ 0 w 1058778"/>
              <a:gd name="csY2" fmla="*/ 1405289 h 1578544"/>
              <a:gd name="csX3" fmla="*/ 0 w 1058778"/>
              <a:gd name="csY3" fmla="*/ 1578544 h 15785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8778" h="1578544">
                <a:moveTo>
                  <a:pt x="1058778" y="0"/>
                </a:moveTo>
                <a:lnTo>
                  <a:pt x="1058778" y="1405289"/>
                </a:lnTo>
                <a:lnTo>
                  <a:pt x="0" y="1405289"/>
                </a:lnTo>
                <a:lnTo>
                  <a:pt x="0" y="1578544"/>
                </a:lnTo>
              </a:path>
            </a:pathLst>
          </a:custGeom>
          <a:ln w="1524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9" name="217_path_arrow_0">
            <a:extLst>
              <a:ext uri="{FF2B5EF4-FFF2-40B4-BE49-F238E27FC236}">
                <a16:creationId xmlns:a16="http://schemas.microsoft.com/office/drawing/2014/main" id="{80602595-151C-793E-CCF0-83E941C6F4DC}"/>
              </a:ext>
            </a:extLst>
          </p:cNvPr>
          <p:cNvSpPr/>
          <p:nvPr>
            <p:custDataLst>
              <p:tags r:id="rId301"/>
            </p:custDataLst>
          </p:nvPr>
        </p:nvSpPr>
        <p:spPr>
          <a:xfrm>
            <a:off x="7884696" y="4128436"/>
            <a:ext cx="54542" cy="77002"/>
          </a:xfrm>
          <a:custGeom>
            <a:avLst/>
            <a:gdLst>
              <a:gd name="csX0" fmla="*/ 27271 w 54542"/>
              <a:gd name="csY0" fmla="*/ 77002 h 77002"/>
              <a:gd name="csX1" fmla="*/ 0 w 54542"/>
              <a:gd name="csY1" fmla="*/ 0 h 77002"/>
              <a:gd name="csX2" fmla="*/ 54542 w 54542"/>
              <a:gd name="csY2" fmla="*/ 0 h 77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42" h="77002">
                <a:moveTo>
                  <a:pt x="27271" y="77002"/>
                </a:moveTo>
                <a:lnTo>
                  <a:pt x="0" y="0"/>
                </a:lnTo>
                <a:lnTo>
                  <a:pt x="54542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PN_text_218_text">
            <a:extLst>
              <a:ext uri="{FF2B5EF4-FFF2-40B4-BE49-F238E27FC236}">
                <a16:creationId xmlns:a16="http://schemas.microsoft.com/office/drawing/2014/main" id="{D10B3E1D-8145-465D-61A0-4F98AA6FBD76}"/>
              </a:ext>
            </a:extLst>
          </p:cNvPr>
          <p:cNvSpPr txBox="1"/>
          <p:nvPr>
            <p:custDataLst>
              <p:tags r:id="rId302"/>
            </p:custDataLst>
          </p:nvPr>
        </p:nvSpPr>
        <p:spPr>
          <a:xfrm>
            <a:off x="7161195" y="4995159"/>
            <a:ext cx="1501541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62" b="1">
                <a:solidFill>
                  <a:srgbClr val="20262D"/>
                </a:solidFill>
                <a:latin typeface="Times New Roman" panose="02020603050405020304" pitchFamily="18" charset="0"/>
              </a:rPr>
              <a:t>Joint training objective</a:t>
            </a:r>
            <a:endParaRPr lang="zh-CN" altLang="en-US" sz="1162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1" name="PN_shape_219_rect">
            <a:extLst>
              <a:ext uri="{FF2B5EF4-FFF2-40B4-BE49-F238E27FC236}">
                <a16:creationId xmlns:a16="http://schemas.microsoft.com/office/drawing/2014/main" id="{C92F1DE1-801D-549C-507F-68FF40042867}"/>
              </a:ext>
            </a:extLst>
          </p:cNvPr>
          <p:cNvSpPr/>
          <p:nvPr>
            <p:custDataLst>
              <p:tags r:id="rId303"/>
            </p:custDataLst>
          </p:nvPr>
        </p:nvSpPr>
        <p:spPr>
          <a:xfrm>
            <a:off x="6737684" y="5251383"/>
            <a:ext cx="718686" cy="539015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0" name="220_path_0">
            <a:extLst>
              <a:ext uri="{FF2B5EF4-FFF2-40B4-BE49-F238E27FC236}">
                <a16:creationId xmlns:a16="http://schemas.microsoft.com/office/drawing/2014/main" id="{0C3FCA27-36BF-7F6B-AC14-D1F1095865E6}"/>
              </a:ext>
            </a:extLst>
          </p:cNvPr>
          <p:cNvSpPr/>
          <p:nvPr>
            <p:custDataLst>
              <p:tags r:id="rId304"/>
            </p:custDataLst>
          </p:nvPr>
        </p:nvSpPr>
        <p:spPr>
          <a:xfrm>
            <a:off x="6846770" y="5398970"/>
            <a:ext cx="1" cy="269509"/>
          </a:xfrm>
          <a:custGeom>
            <a:avLst/>
            <a:gdLst/>
            <a:ahLst/>
            <a:cxnLst/>
            <a:rect l="0" t="0" r="0" b="0"/>
            <a:pathLst>
              <a:path w="1" h="269509">
                <a:moveTo>
                  <a:pt x="0" y="269508"/>
                </a:moveTo>
                <a:lnTo>
                  <a:pt x="0" y="0"/>
                </a:lnTo>
              </a:path>
            </a:pathLst>
          </a:custGeom>
          <a:ln w="19251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1" name="220_path_1">
            <a:extLst>
              <a:ext uri="{FF2B5EF4-FFF2-40B4-BE49-F238E27FC236}">
                <a16:creationId xmlns:a16="http://schemas.microsoft.com/office/drawing/2014/main" id="{DCCC87B5-26B7-E62E-B1A4-F6CD981C20E3}"/>
              </a:ext>
            </a:extLst>
          </p:cNvPr>
          <p:cNvSpPr/>
          <p:nvPr>
            <p:custDataLst>
              <p:tags r:id="rId305"/>
            </p:custDataLst>
          </p:nvPr>
        </p:nvSpPr>
        <p:spPr>
          <a:xfrm>
            <a:off x="6846770" y="5668478"/>
            <a:ext cx="500515" cy="1"/>
          </a:xfrm>
          <a:custGeom>
            <a:avLst/>
            <a:gdLst/>
            <a:ahLst/>
            <a:cxnLst/>
            <a:rect l="0" t="0" r="0" b="0"/>
            <a:pathLst>
              <a:path w="500515" h="1">
                <a:moveTo>
                  <a:pt x="0" y="0"/>
                </a:moveTo>
                <a:lnTo>
                  <a:pt x="500514" y="0"/>
                </a:lnTo>
              </a:path>
            </a:pathLst>
          </a:custGeom>
          <a:ln w="19251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2" name="221_path_0">
            <a:extLst>
              <a:ext uri="{FF2B5EF4-FFF2-40B4-BE49-F238E27FC236}">
                <a16:creationId xmlns:a16="http://schemas.microsoft.com/office/drawing/2014/main" id="{B6FB7F84-FAA7-1B07-DAC6-54602D362135}"/>
              </a:ext>
            </a:extLst>
          </p:cNvPr>
          <p:cNvSpPr/>
          <p:nvPr>
            <p:custDataLst>
              <p:tags r:id="rId306"/>
            </p:custDataLst>
          </p:nvPr>
        </p:nvSpPr>
        <p:spPr>
          <a:xfrm>
            <a:off x="6878855" y="5456722"/>
            <a:ext cx="429929" cy="115504"/>
          </a:xfrm>
          <a:custGeom>
            <a:avLst/>
            <a:gdLst/>
            <a:ahLst/>
            <a:cxnLst/>
            <a:rect l="0" t="0" r="0" b="0"/>
            <a:pathLst>
              <a:path w="429929" h="115504">
                <a:moveTo>
                  <a:pt x="0" y="0"/>
                </a:moveTo>
                <a:lnTo>
                  <a:pt x="128337" y="0"/>
                </a:lnTo>
                <a:lnTo>
                  <a:pt x="128337" y="51335"/>
                </a:lnTo>
                <a:lnTo>
                  <a:pt x="256674" y="51335"/>
                </a:lnTo>
                <a:lnTo>
                  <a:pt x="256674" y="115503"/>
                </a:lnTo>
                <a:lnTo>
                  <a:pt x="429928" y="115503"/>
                </a:lnTo>
              </a:path>
            </a:pathLst>
          </a:custGeom>
          <a:ln w="25667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PN_shape_222_circle">
            <a:extLst>
              <a:ext uri="{FF2B5EF4-FFF2-40B4-BE49-F238E27FC236}">
                <a16:creationId xmlns:a16="http://schemas.microsoft.com/office/drawing/2014/main" id="{781A82F4-B679-9EF7-04A6-4F9BECDC9BBF}"/>
              </a:ext>
            </a:extLst>
          </p:cNvPr>
          <p:cNvSpPr/>
          <p:nvPr>
            <p:custDataLst>
              <p:tags r:id="rId307"/>
            </p:custDataLst>
          </p:nvPr>
        </p:nvSpPr>
        <p:spPr>
          <a:xfrm>
            <a:off x="7103444" y="5540141"/>
            <a:ext cx="64168" cy="64168"/>
          </a:xfrm>
          <a:prstGeom prst="ellipse">
            <a:avLst/>
          </a:prstGeom>
          <a:solidFill>
            <a:srgbClr val="C74D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3" name="PN_text_223_text">
            <a:extLst>
              <a:ext uri="{FF2B5EF4-FFF2-40B4-BE49-F238E27FC236}">
                <a16:creationId xmlns:a16="http://schemas.microsoft.com/office/drawing/2014/main" id="{B8BA4C1C-EEC1-0565-E201-A07F4A1F5F58}"/>
              </a:ext>
            </a:extLst>
          </p:cNvPr>
          <p:cNvSpPr txBox="1"/>
          <p:nvPr>
            <p:custDataLst>
              <p:tags r:id="rId308"/>
            </p:custDataLst>
          </p:nvPr>
        </p:nvSpPr>
        <p:spPr>
          <a:xfrm>
            <a:off x="6835220" y="5653783"/>
            <a:ext cx="523614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 b="1">
                <a:solidFill>
                  <a:srgbClr val="2E6F9E"/>
                </a:solidFill>
                <a:latin typeface="Times New Roman" panose="02020603050405020304" pitchFamily="18" charset="0"/>
              </a:rPr>
              <a:t>Cox NLL</a:t>
            </a:r>
            <a:endParaRPr lang="zh-CN" altLang="en-US" sz="960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" name="PN_text_224_text">
            <a:extLst>
              <a:ext uri="{FF2B5EF4-FFF2-40B4-BE49-F238E27FC236}">
                <a16:creationId xmlns:a16="http://schemas.microsoft.com/office/drawing/2014/main" id="{7D3881B2-4098-D27D-E2A1-50D035FD9219}"/>
              </a:ext>
            </a:extLst>
          </p:cNvPr>
          <p:cNvSpPr txBox="1"/>
          <p:nvPr>
            <p:custDataLst>
              <p:tags r:id="rId309"/>
            </p:custDataLst>
          </p:nvPr>
        </p:nvSpPr>
        <p:spPr>
          <a:xfrm>
            <a:off x="7499042" y="5425665"/>
            <a:ext cx="119995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0262D"/>
                </a:solidFill>
                <a:latin typeface="Times New Roman" panose="02020603050405020304" pitchFamily="18" charset="0"/>
              </a:rPr>
              <a:t>+</a:t>
            </a:r>
            <a:endParaRPr lang="zh-CN" altLang="en-US" sz="1213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" name="PN_shape_225_rect">
            <a:extLst>
              <a:ext uri="{FF2B5EF4-FFF2-40B4-BE49-F238E27FC236}">
                <a16:creationId xmlns:a16="http://schemas.microsoft.com/office/drawing/2014/main" id="{493B763B-7BE3-C443-6EA7-C9755BB7391B}"/>
              </a:ext>
            </a:extLst>
          </p:cNvPr>
          <p:cNvSpPr/>
          <p:nvPr>
            <p:custDataLst>
              <p:tags r:id="rId310"/>
            </p:custDataLst>
          </p:nvPr>
        </p:nvSpPr>
        <p:spPr>
          <a:xfrm>
            <a:off x="7674543" y="5251383"/>
            <a:ext cx="718687" cy="539015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6" name="PN_shape_226_ellipse">
            <a:extLst>
              <a:ext uri="{FF2B5EF4-FFF2-40B4-BE49-F238E27FC236}">
                <a16:creationId xmlns:a16="http://schemas.microsoft.com/office/drawing/2014/main" id="{CDF6B845-2B55-8E18-00C1-EF43344A2A0C}"/>
              </a:ext>
            </a:extLst>
          </p:cNvPr>
          <p:cNvSpPr/>
          <p:nvPr>
            <p:custDataLst>
              <p:tags r:id="rId311"/>
            </p:custDataLst>
          </p:nvPr>
        </p:nvSpPr>
        <p:spPr>
          <a:xfrm>
            <a:off x="7809297" y="5354053"/>
            <a:ext cx="449179" cy="320842"/>
          </a:xfrm>
          <a:prstGeom prst="ellipse">
            <a:avLst/>
          </a:prstGeom>
          <a:noFill/>
          <a:ln w="19251" cap="flat" cmpd="sng" algn="ctr">
            <a:solidFill>
              <a:srgbClr val="9BCDB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7" name="PN_shape_227_ellipse">
            <a:extLst>
              <a:ext uri="{FF2B5EF4-FFF2-40B4-BE49-F238E27FC236}">
                <a16:creationId xmlns:a16="http://schemas.microsoft.com/office/drawing/2014/main" id="{4EE1010D-69F0-AE76-FE45-B9825174C12B}"/>
              </a:ext>
            </a:extLst>
          </p:cNvPr>
          <p:cNvSpPr/>
          <p:nvPr>
            <p:custDataLst>
              <p:tags r:id="rId312"/>
            </p:custDataLst>
          </p:nvPr>
        </p:nvSpPr>
        <p:spPr>
          <a:xfrm>
            <a:off x="7879882" y="5405388"/>
            <a:ext cx="308008" cy="218172"/>
          </a:xfrm>
          <a:prstGeom prst="ellipse">
            <a:avLst/>
          </a:prstGeom>
          <a:noFill/>
          <a:ln w="19251" cap="flat" cmpd="sng" algn="ctr">
            <a:solidFill>
              <a:srgbClr val="69B29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8" name="PN_shape_228_ellipse">
            <a:extLst>
              <a:ext uri="{FF2B5EF4-FFF2-40B4-BE49-F238E27FC236}">
                <a16:creationId xmlns:a16="http://schemas.microsoft.com/office/drawing/2014/main" id="{3C13099A-49C3-9247-31B2-2338B776C898}"/>
              </a:ext>
            </a:extLst>
          </p:cNvPr>
          <p:cNvSpPr/>
          <p:nvPr>
            <p:custDataLst>
              <p:tags r:id="rId313"/>
            </p:custDataLst>
          </p:nvPr>
        </p:nvSpPr>
        <p:spPr>
          <a:xfrm>
            <a:off x="7950467" y="5456722"/>
            <a:ext cx="166838" cy="115503"/>
          </a:xfrm>
          <a:prstGeom prst="ellipse">
            <a:avLst/>
          </a:prstGeom>
          <a:noFill/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9" name="PN_shape_229_circle">
            <a:extLst>
              <a:ext uri="{FF2B5EF4-FFF2-40B4-BE49-F238E27FC236}">
                <a16:creationId xmlns:a16="http://schemas.microsoft.com/office/drawing/2014/main" id="{41664D29-2040-CD71-46FE-AB9E35971C0B}"/>
              </a:ext>
            </a:extLst>
          </p:cNvPr>
          <p:cNvSpPr/>
          <p:nvPr>
            <p:custDataLst>
              <p:tags r:id="rId314"/>
            </p:custDataLst>
          </p:nvPr>
        </p:nvSpPr>
        <p:spPr>
          <a:xfrm>
            <a:off x="8008219" y="5488806"/>
            <a:ext cx="51335" cy="51335"/>
          </a:xfrm>
          <a:prstGeom prst="ellipse">
            <a:avLst/>
          </a:pr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0" name="PN_text_230_text">
            <a:extLst>
              <a:ext uri="{FF2B5EF4-FFF2-40B4-BE49-F238E27FC236}">
                <a16:creationId xmlns:a16="http://schemas.microsoft.com/office/drawing/2014/main" id="{3EBC77BE-C56A-54C7-4681-F0AE21A84321}"/>
              </a:ext>
            </a:extLst>
          </p:cNvPr>
          <p:cNvSpPr txBox="1"/>
          <p:nvPr>
            <p:custDataLst>
              <p:tags r:id="rId315"/>
            </p:custDataLst>
          </p:nvPr>
        </p:nvSpPr>
        <p:spPr>
          <a:xfrm>
            <a:off x="7858385" y="5653783"/>
            <a:ext cx="351001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960" b="1">
                <a:solidFill>
                  <a:srgbClr val="665696"/>
                </a:solidFill>
                <a:latin typeface="Times New Roman" panose="02020603050405020304" pitchFamily="18" charset="0"/>
              </a:rPr>
              <a:t>γ‖Δη‖²</a:t>
            </a:r>
            <a:endParaRPr lang="zh-CN" altLang="en-US" sz="960" b="1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" name="PN_text_231_text">
            <a:extLst>
              <a:ext uri="{FF2B5EF4-FFF2-40B4-BE49-F238E27FC236}">
                <a16:creationId xmlns:a16="http://schemas.microsoft.com/office/drawing/2014/main" id="{DAAA6790-5F49-12D4-AA28-63D0AB6C654B}"/>
              </a:ext>
            </a:extLst>
          </p:cNvPr>
          <p:cNvSpPr txBox="1"/>
          <p:nvPr>
            <p:custDataLst>
              <p:tags r:id="rId316"/>
            </p:custDataLst>
          </p:nvPr>
        </p:nvSpPr>
        <p:spPr>
          <a:xfrm>
            <a:off x="8435901" y="5425665"/>
            <a:ext cx="119995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0262D"/>
                </a:solidFill>
                <a:latin typeface="Times New Roman" panose="02020603050405020304" pitchFamily="18" charset="0"/>
              </a:rPr>
              <a:t>=</a:t>
            </a:r>
            <a:endParaRPr lang="zh-CN" altLang="en-US" sz="1213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2" name="PN_shape_232_rect">
            <a:extLst>
              <a:ext uri="{FF2B5EF4-FFF2-40B4-BE49-F238E27FC236}">
                <a16:creationId xmlns:a16="http://schemas.microsoft.com/office/drawing/2014/main" id="{DDBB9EFD-7285-24AD-12BB-85B0A11C231F}"/>
              </a:ext>
            </a:extLst>
          </p:cNvPr>
          <p:cNvSpPr/>
          <p:nvPr>
            <p:custDataLst>
              <p:tags r:id="rId317"/>
            </p:custDataLst>
          </p:nvPr>
        </p:nvSpPr>
        <p:spPr>
          <a:xfrm>
            <a:off x="8604986" y="5309135"/>
            <a:ext cx="397844" cy="417095"/>
          </a:xfrm>
          <a:prstGeom prst="roundRect">
            <a:avLst>
              <a:gd name="adj" fmla="val 4839"/>
            </a:avLst>
          </a:prstGeom>
          <a:solidFill>
            <a:srgbClr val="F7F4FA"/>
          </a:solidFill>
          <a:ln w="22459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3" name="PN_text_233_text">
            <a:extLst>
              <a:ext uri="{FF2B5EF4-FFF2-40B4-BE49-F238E27FC236}">
                <a16:creationId xmlns:a16="http://schemas.microsoft.com/office/drawing/2014/main" id="{C312C7D0-44CD-E28B-7968-4B0F0FC5BC91}"/>
              </a:ext>
            </a:extLst>
          </p:cNvPr>
          <p:cNvSpPr txBox="1"/>
          <p:nvPr>
            <p:custDataLst>
              <p:tags r:id="rId318"/>
            </p:custDataLst>
          </p:nvPr>
        </p:nvSpPr>
        <p:spPr>
          <a:xfrm>
            <a:off x="8737493" y="5438498"/>
            <a:ext cx="132829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665696"/>
                </a:solidFill>
                <a:latin typeface="Times New Roman" panose="02020603050405020304" pitchFamily="18" charset="0"/>
              </a:rPr>
              <a:t>Σ</a:t>
            </a:r>
            <a:endParaRPr lang="zh-CN" altLang="en-US" sz="1213" b="1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" name="PN_shape_234_rect">
            <a:extLst>
              <a:ext uri="{FF2B5EF4-FFF2-40B4-BE49-F238E27FC236}">
                <a16:creationId xmlns:a16="http://schemas.microsoft.com/office/drawing/2014/main" id="{D5AEF294-4E4E-074B-1C9E-0BAA3DCF0138}"/>
              </a:ext>
            </a:extLst>
          </p:cNvPr>
          <p:cNvSpPr/>
          <p:nvPr>
            <p:custDataLst>
              <p:tags r:id="rId319"/>
            </p:custDataLst>
          </p:nvPr>
        </p:nvSpPr>
        <p:spPr>
          <a:xfrm>
            <a:off x="9625263" y="1144604"/>
            <a:ext cx="2181726" cy="1142198"/>
          </a:xfrm>
          <a:prstGeom prst="roundRect">
            <a:avLst>
              <a:gd name="adj" fmla="val 1685"/>
            </a:avLst>
          </a:prstGeom>
          <a:solidFill>
            <a:srgbClr val="F4F8FB"/>
          </a:solidFill>
          <a:ln w="22459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5" name="PN_text_235_text">
            <a:extLst>
              <a:ext uri="{FF2B5EF4-FFF2-40B4-BE49-F238E27FC236}">
                <a16:creationId xmlns:a16="http://schemas.microsoft.com/office/drawing/2014/main" id="{7DBD26E9-C204-C99E-7AE3-ECD0CE59C7C1}"/>
              </a:ext>
            </a:extLst>
          </p:cNvPr>
          <p:cNvSpPr txBox="1"/>
          <p:nvPr>
            <p:custDataLst>
              <p:tags r:id="rId320"/>
            </p:custDataLst>
          </p:nvPr>
        </p:nvSpPr>
        <p:spPr>
          <a:xfrm>
            <a:off x="9981398" y="1222056"/>
            <a:ext cx="1469457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62" b="1">
                <a:solidFill>
                  <a:srgbClr val="2E6F9E"/>
                </a:solidFill>
                <a:latin typeface="Times New Roman" panose="02020603050405020304" pitchFamily="18" charset="0"/>
              </a:rPr>
              <a:t>24-month survival risk</a:t>
            </a:r>
            <a:endParaRPr lang="zh-CN" altLang="en-US" sz="1162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3" name="236_path_0">
            <a:extLst>
              <a:ext uri="{FF2B5EF4-FFF2-40B4-BE49-F238E27FC236}">
                <a16:creationId xmlns:a16="http://schemas.microsoft.com/office/drawing/2014/main" id="{1AFDD1C6-EE8A-6D7E-F43C-5599A42DA2E3}"/>
              </a:ext>
            </a:extLst>
          </p:cNvPr>
          <p:cNvSpPr/>
          <p:nvPr>
            <p:custDataLst>
              <p:tags r:id="rId321"/>
            </p:custDataLst>
          </p:nvPr>
        </p:nvSpPr>
        <p:spPr>
          <a:xfrm>
            <a:off x="9907605" y="1516781"/>
            <a:ext cx="1" cy="539016"/>
          </a:xfrm>
          <a:custGeom>
            <a:avLst/>
            <a:gdLst/>
            <a:ahLst/>
            <a:cxnLst/>
            <a:rect l="0" t="0" r="0" b="0"/>
            <a:pathLst>
              <a:path w="1" h="539016">
                <a:moveTo>
                  <a:pt x="0" y="539015"/>
                </a:moveTo>
                <a:lnTo>
                  <a:pt x="0" y="0"/>
                </a:lnTo>
              </a:path>
            </a:pathLst>
          </a:custGeom>
          <a:ln w="19251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4" name="236_path_1">
            <a:extLst>
              <a:ext uri="{FF2B5EF4-FFF2-40B4-BE49-F238E27FC236}">
                <a16:creationId xmlns:a16="http://schemas.microsoft.com/office/drawing/2014/main" id="{B11A63D0-DFE1-2FF3-7FAE-7FB2200FCAA6}"/>
              </a:ext>
            </a:extLst>
          </p:cNvPr>
          <p:cNvSpPr/>
          <p:nvPr>
            <p:custDataLst>
              <p:tags r:id="rId322"/>
            </p:custDataLst>
          </p:nvPr>
        </p:nvSpPr>
        <p:spPr>
          <a:xfrm>
            <a:off x="9907605" y="2055796"/>
            <a:ext cx="1623461" cy="1"/>
          </a:xfrm>
          <a:custGeom>
            <a:avLst/>
            <a:gdLst/>
            <a:ahLst/>
            <a:cxnLst/>
            <a:rect l="0" t="0" r="0" b="0"/>
            <a:pathLst>
              <a:path w="1623461" h="1">
                <a:moveTo>
                  <a:pt x="0" y="0"/>
                </a:moveTo>
                <a:lnTo>
                  <a:pt x="1623460" y="0"/>
                </a:lnTo>
              </a:path>
            </a:pathLst>
          </a:custGeom>
          <a:ln w="19251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5" name="237_path_0">
            <a:extLst>
              <a:ext uri="{FF2B5EF4-FFF2-40B4-BE49-F238E27FC236}">
                <a16:creationId xmlns:a16="http://schemas.microsoft.com/office/drawing/2014/main" id="{92499656-F6A8-C861-A12B-DFAD6FA9F0D9}"/>
              </a:ext>
            </a:extLst>
          </p:cNvPr>
          <p:cNvSpPr/>
          <p:nvPr>
            <p:custDataLst>
              <p:tags r:id="rId323"/>
            </p:custDataLst>
          </p:nvPr>
        </p:nvSpPr>
        <p:spPr>
          <a:xfrm>
            <a:off x="9946105" y="1580949"/>
            <a:ext cx="1540044" cy="397846"/>
          </a:xfrm>
          <a:custGeom>
            <a:avLst/>
            <a:gdLst/>
            <a:ahLst/>
            <a:cxnLst/>
            <a:rect l="0" t="0" r="0" b="0"/>
            <a:pathLst>
              <a:path w="1540044" h="397846">
                <a:moveTo>
                  <a:pt x="0" y="0"/>
                </a:moveTo>
                <a:lnTo>
                  <a:pt x="333676" y="0"/>
                </a:lnTo>
                <a:lnTo>
                  <a:pt x="333676" y="64169"/>
                </a:lnTo>
                <a:lnTo>
                  <a:pt x="641684" y="64169"/>
                </a:lnTo>
                <a:lnTo>
                  <a:pt x="641684" y="179672"/>
                </a:lnTo>
                <a:lnTo>
                  <a:pt x="1013862" y="179672"/>
                </a:lnTo>
                <a:lnTo>
                  <a:pt x="1013862" y="308009"/>
                </a:lnTo>
                <a:lnTo>
                  <a:pt x="1540043" y="308009"/>
                </a:lnTo>
                <a:lnTo>
                  <a:pt x="1540043" y="397845"/>
                </a:lnTo>
              </a:path>
            </a:pathLst>
          </a:custGeom>
          <a:ln w="25667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6" name="238_path_0">
            <a:extLst>
              <a:ext uri="{FF2B5EF4-FFF2-40B4-BE49-F238E27FC236}">
                <a16:creationId xmlns:a16="http://schemas.microsoft.com/office/drawing/2014/main" id="{8BEBBC3E-2B74-7F4B-C4D0-AD86D01ADC83}"/>
              </a:ext>
            </a:extLst>
          </p:cNvPr>
          <p:cNvSpPr/>
          <p:nvPr>
            <p:custDataLst>
              <p:tags r:id="rId324"/>
            </p:custDataLst>
          </p:nvPr>
        </p:nvSpPr>
        <p:spPr>
          <a:xfrm>
            <a:off x="9946105" y="1619451"/>
            <a:ext cx="1540044" cy="397845"/>
          </a:xfrm>
          <a:custGeom>
            <a:avLst/>
            <a:gdLst/>
            <a:ahLst/>
            <a:cxnLst/>
            <a:rect l="0" t="0" r="0" b="0"/>
            <a:pathLst>
              <a:path w="1540044" h="397845">
                <a:moveTo>
                  <a:pt x="0" y="0"/>
                </a:moveTo>
                <a:lnTo>
                  <a:pt x="372177" y="0"/>
                </a:lnTo>
                <a:lnTo>
                  <a:pt x="372177" y="109086"/>
                </a:lnTo>
                <a:lnTo>
                  <a:pt x="705853" y="109086"/>
                </a:lnTo>
                <a:lnTo>
                  <a:pt x="705853" y="237423"/>
                </a:lnTo>
                <a:lnTo>
                  <a:pt x="1090863" y="237423"/>
                </a:lnTo>
                <a:lnTo>
                  <a:pt x="1090863" y="346509"/>
                </a:lnTo>
                <a:lnTo>
                  <a:pt x="1540043" y="346509"/>
                </a:lnTo>
                <a:lnTo>
                  <a:pt x="1540043" y="397844"/>
                </a:lnTo>
              </a:path>
            </a:pathLst>
          </a:custGeom>
          <a:ln w="19251">
            <a:solidFill>
              <a:srgbClr val="9AA8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7" name="239_line_0">
            <a:extLst>
              <a:ext uri="{FF2B5EF4-FFF2-40B4-BE49-F238E27FC236}">
                <a16:creationId xmlns:a16="http://schemas.microsoft.com/office/drawing/2014/main" id="{D2C590D4-19E1-D0FF-559C-ABF8CEBB9047}"/>
              </a:ext>
            </a:extLst>
          </p:cNvPr>
          <p:cNvSpPr/>
          <p:nvPr>
            <p:custDataLst>
              <p:tags r:id="rId325"/>
            </p:custDataLst>
          </p:nvPr>
        </p:nvSpPr>
        <p:spPr>
          <a:xfrm>
            <a:off x="10959967" y="1503947"/>
            <a:ext cx="1" cy="551850"/>
          </a:xfrm>
          <a:custGeom>
            <a:avLst/>
            <a:gdLst/>
            <a:ahLst/>
            <a:cxnLst/>
            <a:rect l="0" t="0" r="0" b="0"/>
            <a:pathLst>
              <a:path w="1" h="551850">
                <a:moveTo>
                  <a:pt x="0" y="0"/>
                </a:moveTo>
                <a:lnTo>
                  <a:pt x="0" y="551849"/>
                </a:lnTo>
              </a:path>
            </a:pathLst>
          </a:custGeom>
          <a:ln w="19251">
            <a:solidFill>
              <a:srgbClr val="C6782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PN_shape_240_circle">
            <a:extLst>
              <a:ext uri="{FF2B5EF4-FFF2-40B4-BE49-F238E27FC236}">
                <a16:creationId xmlns:a16="http://schemas.microsoft.com/office/drawing/2014/main" id="{6E78A22A-0EB6-5AA1-A374-02115F058FF7}"/>
              </a:ext>
            </a:extLst>
          </p:cNvPr>
          <p:cNvSpPr/>
          <p:nvPr>
            <p:custDataLst>
              <p:tags r:id="rId326"/>
            </p:custDataLst>
          </p:nvPr>
        </p:nvSpPr>
        <p:spPr>
          <a:xfrm>
            <a:off x="10921465" y="1850457"/>
            <a:ext cx="77002" cy="77002"/>
          </a:xfrm>
          <a:prstGeom prst="ellipse">
            <a:avLst/>
          </a:pr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7" name="PN_text_241_text">
            <a:extLst>
              <a:ext uri="{FF2B5EF4-FFF2-40B4-BE49-F238E27FC236}">
                <a16:creationId xmlns:a16="http://schemas.microsoft.com/office/drawing/2014/main" id="{0012915B-6E35-90DE-3ABC-AB4388B47F0D}"/>
              </a:ext>
            </a:extLst>
          </p:cNvPr>
          <p:cNvSpPr txBox="1"/>
          <p:nvPr>
            <p:custDataLst>
              <p:tags r:id="rId327"/>
            </p:custDataLst>
          </p:nvPr>
        </p:nvSpPr>
        <p:spPr>
          <a:xfrm>
            <a:off x="10789599" y="2098853"/>
            <a:ext cx="340734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A95F13"/>
                </a:solidFill>
                <a:latin typeface="Times New Roman" panose="02020603050405020304" pitchFamily="18" charset="0"/>
              </a:rPr>
              <a:t>24 mo</a:t>
            </a:r>
            <a:endParaRPr lang="zh-CN" altLang="en-US" sz="960">
              <a:solidFill>
                <a:srgbClr val="A95F13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" name="PN_text_242_text">
            <a:extLst>
              <a:ext uri="{FF2B5EF4-FFF2-40B4-BE49-F238E27FC236}">
                <a16:creationId xmlns:a16="http://schemas.microsoft.com/office/drawing/2014/main" id="{AF4970F1-BC8C-E43A-4943-E0F0A2913968}"/>
              </a:ext>
            </a:extLst>
          </p:cNvPr>
          <p:cNvSpPr txBox="1"/>
          <p:nvPr>
            <p:custDataLst>
              <p:tags r:id="rId328"/>
            </p:custDataLst>
          </p:nvPr>
        </p:nvSpPr>
        <p:spPr>
          <a:xfrm>
            <a:off x="10010273" y="1380167"/>
            <a:ext cx="214964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S(t)</a:t>
            </a:r>
            <a:endParaRPr lang="zh-CN" altLang="en-US" sz="96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9" name="PN_text_243_text">
            <a:extLst>
              <a:ext uri="{FF2B5EF4-FFF2-40B4-BE49-F238E27FC236}">
                <a16:creationId xmlns:a16="http://schemas.microsoft.com/office/drawing/2014/main" id="{7DA69A45-FCDC-3241-745F-47B5B9453EF1}"/>
              </a:ext>
            </a:extLst>
          </p:cNvPr>
          <p:cNvSpPr txBox="1"/>
          <p:nvPr>
            <p:custDataLst>
              <p:tags r:id="rId329"/>
            </p:custDataLst>
          </p:nvPr>
        </p:nvSpPr>
        <p:spPr>
          <a:xfrm>
            <a:off x="11614484" y="1944849"/>
            <a:ext cx="66093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t</a:t>
            </a:r>
            <a:endParaRPr lang="zh-CN" altLang="en-US" sz="96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" name="244_path_0">
            <a:extLst>
              <a:ext uri="{FF2B5EF4-FFF2-40B4-BE49-F238E27FC236}">
                <a16:creationId xmlns:a16="http://schemas.microsoft.com/office/drawing/2014/main" id="{8CEA8304-90E4-6BA3-2B40-E0C33DE6ED78}"/>
              </a:ext>
            </a:extLst>
          </p:cNvPr>
          <p:cNvSpPr>
            <a:spLocks/>
          </p:cNvSpPr>
          <p:nvPr>
            <p:custDataLst>
              <p:tags r:id="rId330"/>
            </p:custDataLst>
          </p:nvPr>
        </p:nvSpPr>
        <p:spPr>
          <a:xfrm>
            <a:off x="9086248" y="1715703"/>
            <a:ext cx="462014" cy="2874746"/>
          </a:xfrm>
          <a:custGeom>
            <a:avLst/>
            <a:gdLst/>
            <a:ahLst/>
            <a:cxnLst/>
            <a:rect l="0" t="0" r="0" b="0"/>
            <a:pathLst>
              <a:path w="462014" h="2874746">
                <a:moveTo>
                  <a:pt x="0" y="2874745"/>
                </a:moveTo>
                <a:lnTo>
                  <a:pt x="423512" y="2874745"/>
                </a:lnTo>
                <a:lnTo>
                  <a:pt x="423512" y="0"/>
                </a:lnTo>
                <a:lnTo>
                  <a:pt x="462013" y="0"/>
                </a:lnTo>
              </a:path>
            </a:pathLst>
          </a:custGeom>
          <a:ln w="1524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9" name="244_path_arrow_0">
            <a:extLst>
              <a:ext uri="{FF2B5EF4-FFF2-40B4-BE49-F238E27FC236}">
                <a16:creationId xmlns:a16="http://schemas.microsoft.com/office/drawing/2014/main" id="{389C9A71-53E4-74B0-87E2-1B08B9D9422E}"/>
              </a:ext>
            </a:extLst>
          </p:cNvPr>
          <p:cNvSpPr/>
          <p:nvPr>
            <p:custDataLst>
              <p:tags r:id="rId331"/>
            </p:custDataLst>
          </p:nvPr>
        </p:nvSpPr>
        <p:spPr>
          <a:xfrm>
            <a:off x="9528408" y="1688433"/>
            <a:ext cx="77002" cy="54542"/>
          </a:xfrm>
          <a:custGeom>
            <a:avLst/>
            <a:gdLst>
              <a:gd name="csX0" fmla="*/ 77002 w 77002"/>
              <a:gd name="csY0" fmla="*/ 27270 h 54542"/>
              <a:gd name="csX1" fmla="*/ 0 w 77002"/>
              <a:gd name="csY1" fmla="*/ 54542 h 54542"/>
              <a:gd name="csX2" fmla="*/ 0 w 77002"/>
              <a:gd name="csY2" fmla="*/ 0 h 54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2">
                <a:moveTo>
                  <a:pt x="77002" y="27270"/>
                </a:moveTo>
                <a:lnTo>
                  <a:pt x="0" y="54542"/>
                </a:lnTo>
                <a:lnTo>
                  <a:pt x="0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PN_shape_245_rect">
            <a:extLst>
              <a:ext uri="{FF2B5EF4-FFF2-40B4-BE49-F238E27FC236}">
                <a16:creationId xmlns:a16="http://schemas.microsoft.com/office/drawing/2014/main" id="{E7FF455D-65EE-7563-2BB5-5CC487688A34}"/>
              </a:ext>
            </a:extLst>
          </p:cNvPr>
          <p:cNvSpPr/>
          <p:nvPr>
            <p:custDataLst>
              <p:tags r:id="rId332"/>
            </p:custDataLst>
          </p:nvPr>
        </p:nvSpPr>
        <p:spPr>
          <a:xfrm>
            <a:off x="9625263" y="2427973"/>
            <a:ext cx="2181726" cy="500513"/>
          </a:xfrm>
          <a:prstGeom prst="roundRect">
            <a:avLst>
              <a:gd name="adj" fmla="val 3846"/>
            </a:avLst>
          </a:prstGeom>
          <a:solidFill>
            <a:srgbClr val="F4F8FB"/>
          </a:solidFill>
          <a:ln w="22459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1" name="PN_text_246_text">
            <a:extLst>
              <a:ext uri="{FF2B5EF4-FFF2-40B4-BE49-F238E27FC236}">
                <a16:creationId xmlns:a16="http://schemas.microsoft.com/office/drawing/2014/main" id="{3DDAE023-D9C3-20FE-AD7A-DBE2E100A783}"/>
              </a:ext>
            </a:extLst>
          </p:cNvPr>
          <p:cNvSpPr txBox="1"/>
          <p:nvPr>
            <p:custDataLst>
              <p:tags r:id="rId333"/>
            </p:custDataLst>
          </p:nvPr>
        </p:nvSpPr>
        <p:spPr>
          <a:xfrm>
            <a:off x="10129968" y="2492590"/>
            <a:ext cx="1172317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62" b="1">
                <a:solidFill>
                  <a:srgbClr val="2E6F9E"/>
                </a:solidFill>
                <a:latin typeface="Times New Roman" panose="02020603050405020304" pitchFamily="18" charset="0"/>
              </a:rPr>
              <a:t>Primary raw V1R</a:t>
            </a:r>
            <a:endParaRPr lang="zh-CN" altLang="en-US" sz="1162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" name="PN_text_247_text">
            <a:extLst>
              <a:ext uri="{FF2B5EF4-FFF2-40B4-BE49-F238E27FC236}">
                <a16:creationId xmlns:a16="http://schemas.microsoft.com/office/drawing/2014/main" id="{4586B880-EF2E-B2E9-E697-BE4DF7977E19}"/>
              </a:ext>
            </a:extLst>
          </p:cNvPr>
          <p:cNvSpPr txBox="1"/>
          <p:nvPr>
            <p:custDataLst>
              <p:tags r:id="rId334"/>
            </p:custDataLst>
          </p:nvPr>
        </p:nvSpPr>
        <p:spPr>
          <a:xfrm>
            <a:off x="10380525" y="2702036"/>
            <a:ext cx="671202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full coverage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0" name="248_path_0">
            <a:extLst>
              <a:ext uri="{FF2B5EF4-FFF2-40B4-BE49-F238E27FC236}">
                <a16:creationId xmlns:a16="http://schemas.microsoft.com/office/drawing/2014/main" id="{6CADFFF0-31C8-5E5B-3DF4-E7A0F4AE367B}"/>
              </a:ext>
            </a:extLst>
          </p:cNvPr>
          <p:cNvSpPr>
            <a:spLocks/>
          </p:cNvSpPr>
          <p:nvPr>
            <p:custDataLst>
              <p:tags r:id="rId335"/>
            </p:custDataLst>
          </p:nvPr>
        </p:nvSpPr>
        <p:spPr>
          <a:xfrm>
            <a:off x="10716127" y="2293219"/>
            <a:ext cx="1" cy="57752"/>
          </a:xfrm>
          <a:custGeom>
            <a:avLst/>
            <a:gdLst/>
            <a:ahLst/>
            <a:cxnLst/>
            <a:rect l="0" t="0" r="0" b="0"/>
            <a:pathLst>
              <a:path w="1" h="57752">
                <a:moveTo>
                  <a:pt x="0" y="0"/>
                </a:moveTo>
                <a:lnTo>
                  <a:pt x="0" y="57751"/>
                </a:lnTo>
              </a:path>
            </a:pathLst>
          </a:custGeom>
          <a:ln w="1524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1" name="248_path_arrow_0">
            <a:extLst>
              <a:ext uri="{FF2B5EF4-FFF2-40B4-BE49-F238E27FC236}">
                <a16:creationId xmlns:a16="http://schemas.microsoft.com/office/drawing/2014/main" id="{54C71581-4764-6C19-2993-C0894AEA4DF8}"/>
              </a:ext>
            </a:extLst>
          </p:cNvPr>
          <p:cNvSpPr/>
          <p:nvPr>
            <p:custDataLst>
              <p:tags r:id="rId336"/>
            </p:custDataLst>
          </p:nvPr>
        </p:nvSpPr>
        <p:spPr>
          <a:xfrm>
            <a:off x="10688856" y="2331119"/>
            <a:ext cx="54542" cy="77002"/>
          </a:xfrm>
          <a:custGeom>
            <a:avLst/>
            <a:gdLst>
              <a:gd name="csX0" fmla="*/ 27271 w 54542"/>
              <a:gd name="csY0" fmla="*/ 77002 h 77002"/>
              <a:gd name="csX1" fmla="*/ 0 w 54542"/>
              <a:gd name="csY1" fmla="*/ 0 h 77002"/>
              <a:gd name="csX2" fmla="*/ 54542 w 54542"/>
              <a:gd name="csY2" fmla="*/ 0 h 77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42" h="77002">
                <a:moveTo>
                  <a:pt x="27271" y="77002"/>
                </a:moveTo>
                <a:lnTo>
                  <a:pt x="0" y="0"/>
                </a:lnTo>
                <a:lnTo>
                  <a:pt x="54542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PN_shape_249_rect">
            <a:extLst>
              <a:ext uri="{FF2B5EF4-FFF2-40B4-BE49-F238E27FC236}">
                <a16:creationId xmlns:a16="http://schemas.microsoft.com/office/drawing/2014/main" id="{530D1B0B-0AAE-AF58-2ABC-54C476A31ED8}"/>
              </a:ext>
            </a:extLst>
          </p:cNvPr>
          <p:cNvSpPr/>
          <p:nvPr>
            <p:custDataLst>
              <p:tags r:id="rId337"/>
            </p:custDataLst>
          </p:nvPr>
        </p:nvSpPr>
        <p:spPr>
          <a:xfrm>
            <a:off x="9625263" y="3069657"/>
            <a:ext cx="2181726" cy="1155032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22459" cap="flat" cmpd="sng" algn="ctr">
            <a:solidFill>
              <a:srgbClr val="238B8E"/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4" name="PN_text_250_text">
            <a:extLst>
              <a:ext uri="{FF2B5EF4-FFF2-40B4-BE49-F238E27FC236}">
                <a16:creationId xmlns:a16="http://schemas.microsoft.com/office/drawing/2014/main" id="{0C71405A-D01A-5C7F-3F39-2456BF63429D}"/>
              </a:ext>
            </a:extLst>
          </p:cNvPr>
          <p:cNvSpPr txBox="1"/>
          <p:nvPr>
            <p:custDataLst>
              <p:tags r:id="rId338"/>
            </p:custDataLst>
          </p:nvPr>
        </p:nvSpPr>
        <p:spPr>
          <a:xfrm>
            <a:off x="9695848" y="3120285"/>
            <a:ext cx="2040556" cy="352926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 b="1">
                <a:solidFill>
                  <a:srgbClr val="238B8E"/>
                </a:solidFill>
                <a:latin typeface="Times New Roman" panose="02020603050405020304" pitchFamily="18" charset="0"/>
              </a:rPr>
              <a:t>Development-only
calibration bridge</a:t>
            </a:r>
            <a:endParaRPr lang="zh-CN" altLang="en-US" sz="1061" b="1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5" name="PN_shape_251_circle">
            <a:extLst>
              <a:ext uri="{FF2B5EF4-FFF2-40B4-BE49-F238E27FC236}">
                <a16:creationId xmlns:a16="http://schemas.microsoft.com/office/drawing/2014/main" id="{971C0F33-3D58-925D-209F-2138A7C41BB6}"/>
              </a:ext>
            </a:extLst>
          </p:cNvPr>
          <p:cNvSpPr/>
          <p:nvPr>
            <p:custDataLst>
              <p:tags r:id="rId339"/>
            </p:custDataLst>
          </p:nvPr>
        </p:nvSpPr>
        <p:spPr>
          <a:xfrm>
            <a:off x="9753600" y="3679257"/>
            <a:ext cx="295175" cy="295174"/>
          </a:xfrm>
          <a:prstGeom prst="ellipse">
            <a:avLst/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6" name="PN_text_252_text">
            <a:extLst>
              <a:ext uri="{FF2B5EF4-FFF2-40B4-BE49-F238E27FC236}">
                <a16:creationId xmlns:a16="http://schemas.microsoft.com/office/drawing/2014/main" id="{4FC832E2-7518-6DFF-9787-D6E2C6BA1CEF}"/>
              </a:ext>
            </a:extLst>
          </p:cNvPr>
          <p:cNvSpPr txBox="1"/>
          <p:nvPr>
            <p:custDataLst>
              <p:tags r:id="rId340"/>
            </p:custDataLst>
          </p:nvPr>
        </p:nvSpPr>
        <p:spPr>
          <a:xfrm>
            <a:off x="9781513" y="3760815"/>
            <a:ext cx="239348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 b="1">
                <a:solidFill>
                  <a:srgbClr val="238B8E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011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raw</a:t>
            </a:r>
            <a:endParaRPr lang="zh-CN" altLang="en-US" sz="1011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7" name="PN_shape_253_circle">
            <a:extLst>
              <a:ext uri="{FF2B5EF4-FFF2-40B4-BE49-F238E27FC236}">
                <a16:creationId xmlns:a16="http://schemas.microsoft.com/office/drawing/2014/main" id="{3E28E04E-3A17-A989-D442-FC478F7AA747}"/>
              </a:ext>
            </a:extLst>
          </p:cNvPr>
          <p:cNvSpPr/>
          <p:nvPr>
            <p:custDataLst>
              <p:tags r:id="rId341"/>
            </p:custDataLst>
          </p:nvPr>
        </p:nvSpPr>
        <p:spPr>
          <a:xfrm>
            <a:off x="11383478" y="3679257"/>
            <a:ext cx="295175" cy="295174"/>
          </a:xfrm>
          <a:prstGeom prst="ellipse">
            <a:avLst/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8" name="PN_text_254_text">
            <a:extLst>
              <a:ext uri="{FF2B5EF4-FFF2-40B4-BE49-F238E27FC236}">
                <a16:creationId xmlns:a16="http://schemas.microsoft.com/office/drawing/2014/main" id="{351D5D5F-F23B-170B-D958-CA37D6AEC462}"/>
              </a:ext>
            </a:extLst>
          </p:cNvPr>
          <p:cNvSpPr txBox="1"/>
          <p:nvPr>
            <p:custDataLst>
              <p:tags r:id="rId342"/>
            </p:custDataLst>
          </p:nvPr>
        </p:nvSpPr>
        <p:spPr>
          <a:xfrm>
            <a:off x="11430000" y="3760815"/>
            <a:ext cx="202131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 b="1">
                <a:solidFill>
                  <a:srgbClr val="238B8E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011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cal</a:t>
            </a:r>
            <a:endParaRPr lang="zh-CN" altLang="en-US" sz="1011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2" name="255_path_0">
            <a:extLst>
              <a:ext uri="{FF2B5EF4-FFF2-40B4-BE49-F238E27FC236}">
                <a16:creationId xmlns:a16="http://schemas.microsoft.com/office/drawing/2014/main" id="{A5FAF41F-A431-64FF-8FD4-7B1DEBC1811A}"/>
              </a:ext>
            </a:extLst>
          </p:cNvPr>
          <p:cNvSpPr>
            <a:spLocks/>
          </p:cNvSpPr>
          <p:nvPr>
            <p:custDataLst>
              <p:tags r:id="rId343"/>
            </p:custDataLst>
          </p:nvPr>
        </p:nvSpPr>
        <p:spPr>
          <a:xfrm>
            <a:off x="10074442" y="3533808"/>
            <a:ext cx="1283370" cy="273787"/>
          </a:xfrm>
          <a:custGeom>
            <a:avLst/>
            <a:gdLst/>
            <a:ahLst/>
            <a:cxnLst/>
            <a:rect l="0" t="0" r="0" b="0"/>
            <a:pathLst>
              <a:path w="1283370" h="273787">
                <a:moveTo>
                  <a:pt x="0" y="273786"/>
                </a:moveTo>
                <a:cubicBezTo>
                  <a:pt x="427790" y="0"/>
                  <a:pt x="855579" y="0"/>
                  <a:pt x="1283369" y="273786"/>
                </a:cubicBezTo>
              </a:path>
            </a:pathLst>
          </a:custGeom>
          <a:ln w="32084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256_path_0">
            <a:extLst>
              <a:ext uri="{FF2B5EF4-FFF2-40B4-BE49-F238E27FC236}">
                <a16:creationId xmlns:a16="http://schemas.microsoft.com/office/drawing/2014/main" id="{CD0CCBE9-3DEA-C405-5A32-DDA8F2275A1B}"/>
              </a:ext>
            </a:extLst>
          </p:cNvPr>
          <p:cNvSpPr>
            <a:spLocks/>
          </p:cNvSpPr>
          <p:nvPr>
            <p:custDataLst>
              <p:tags r:id="rId344"/>
            </p:custDataLst>
          </p:nvPr>
        </p:nvSpPr>
        <p:spPr>
          <a:xfrm>
            <a:off x="10157861" y="3807594"/>
            <a:ext cx="1" cy="237424"/>
          </a:xfrm>
          <a:custGeom>
            <a:avLst/>
            <a:gdLst/>
            <a:ahLst/>
            <a:cxnLst/>
            <a:rect l="0" t="0" r="0" b="0"/>
            <a:pathLst>
              <a:path w="1" h="237424">
                <a:moveTo>
                  <a:pt x="0" y="0"/>
                </a:moveTo>
                <a:lnTo>
                  <a:pt x="0" y="237423"/>
                </a:lnTo>
              </a:path>
            </a:pathLst>
          </a:custGeom>
          <a:ln w="25667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4" name="256_path_1">
            <a:extLst>
              <a:ext uri="{FF2B5EF4-FFF2-40B4-BE49-F238E27FC236}">
                <a16:creationId xmlns:a16="http://schemas.microsoft.com/office/drawing/2014/main" id="{55402237-0B68-4C68-8681-DE774F189B0A}"/>
              </a:ext>
            </a:extLst>
          </p:cNvPr>
          <p:cNvSpPr>
            <a:spLocks/>
          </p:cNvSpPr>
          <p:nvPr>
            <p:custDataLst>
              <p:tags r:id="rId345"/>
            </p:custDataLst>
          </p:nvPr>
        </p:nvSpPr>
        <p:spPr>
          <a:xfrm>
            <a:off x="11274392" y="3807594"/>
            <a:ext cx="1" cy="237424"/>
          </a:xfrm>
          <a:custGeom>
            <a:avLst/>
            <a:gdLst/>
            <a:ahLst/>
            <a:cxnLst/>
            <a:rect l="0" t="0" r="0" b="0"/>
            <a:pathLst>
              <a:path w="1" h="237424">
                <a:moveTo>
                  <a:pt x="0" y="0"/>
                </a:moveTo>
                <a:lnTo>
                  <a:pt x="0" y="237423"/>
                </a:lnTo>
              </a:path>
            </a:pathLst>
          </a:custGeom>
          <a:ln w="25667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5" name="256_path_2">
            <a:extLst>
              <a:ext uri="{FF2B5EF4-FFF2-40B4-BE49-F238E27FC236}">
                <a16:creationId xmlns:a16="http://schemas.microsoft.com/office/drawing/2014/main" id="{734A2F19-876C-8D5C-33B2-40EA4EF7E8C1}"/>
              </a:ext>
            </a:extLst>
          </p:cNvPr>
          <p:cNvSpPr>
            <a:spLocks/>
          </p:cNvSpPr>
          <p:nvPr>
            <p:custDataLst>
              <p:tags r:id="rId346"/>
            </p:custDataLst>
          </p:nvPr>
        </p:nvSpPr>
        <p:spPr>
          <a:xfrm>
            <a:off x="10157861" y="3961598"/>
            <a:ext cx="1116532" cy="1"/>
          </a:xfrm>
          <a:custGeom>
            <a:avLst/>
            <a:gdLst/>
            <a:ahLst/>
            <a:cxnLst/>
            <a:rect l="0" t="0" r="0" b="0"/>
            <a:pathLst>
              <a:path w="1116532" h="1">
                <a:moveTo>
                  <a:pt x="0" y="0"/>
                </a:moveTo>
                <a:lnTo>
                  <a:pt x="1116531" y="0"/>
                </a:lnTo>
              </a:path>
            </a:pathLst>
          </a:custGeom>
          <a:ln w="25667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6" name="257_path_0">
            <a:extLst>
              <a:ext uri="{FF2B5EF4-FFF2-40B4-BE49-F238E27FC236}">
                <a16:creationId xmlns:a16="http://schemas.microsoft.com/office/drawing/2014/main" id="{5F05ABFF-3847-6FEE-D78A-BC8FFD40A4F7}"/>
              </a:ext>
            </a:extLst>
          </p:cNvPr>
          <p:cNvSpPr>
            <a:spLocks/>
          </p:cNvSpPr>
          <p:nvPr>
            <p:custDataLst>
              <p:tags r:id="rId347"/>
            </p:custDataLst>
          </p:nvPr>
        </p:nvSpPr>
        <p:spPr>
          <a:xfrm>
            <a:off x="10074441" y="3826845"/>
            <a:ext cx="1283370" cy="0"/>
          </a:xfrm>
          <a:custGeom>
            <a:avLst/>
            <a:gdLst>
              <a:gd name="csX0" fmla="*/ 0 w 1283370"/>
              <a:gd name="csY0" fmla="*/ 0 h 0"/>
              <a:gd name="csX1" fmla="*/ 1283370 w 128337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3370">
                <a:moveTo>
                  <a:pt x="0" y="0"/>
                </a:moveTo>
                <a:lnTo>
                  <a:pt x="1283370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7" name="257_path_arrow_0">
            <a:extLst>
              <a:ext uri="{FF2B5EF4-FFF2-40B4-BE49-F238E27FC236}">
                <a16:creationId xmlns:a16="http://schemas.microsoft.com/office/drawing/2014/main" id="{46C58E2D-DEB5-4D0A-D8A1-3AAB731D8785}"/>
              </a:ext>
            </a:extLst>
          </p:cNvPr>
          <p:cNvSpPr/>
          <p:nvPr>
            <p:custDataLst>
              <p:tags r:id="rId348"/>
            </p:custDataLst>
          </p:nvPr>
        </p:nvSpPr>
        <p:spPr>
          <a:xfrm>
            <a:off x="11304618" y="3799573"/>
            <a:ext cx="77003" cy="54543"/>
          </a:xfrm>
          <a:custGeom>
            <a:avLst/>
            <a:gdLst>
              <a:gd name="csX0" fmla="*/ 77003 w 77003"/>
              <a:gd name="csY0" fmla="*/ 27271 h 54543"/>
              <a:gd name="csX1" fmla="*/ 0 w 77003"/>
              <a:gd name="csY1" fmla="*/ 54543 h 54543"/>
              <a:gd name="csX2" fmla="*/ 0 w 77003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3" h="54543">
                <a:moveTo>
                  <a:pt x="77003" y="27271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PN_text_258_text">
            <a:extLst>
              <a:ext uri="{FF2B5EF4-FFF2-40B4-BE49-F238E27FC236}">
                <a16:creationId xmlns:a16="http://schemas.microsoft.com/office/drawing/2014/main" id="{23E1DE3C-540C-F149-5453-C1EF3FE71D86}"/>
              </a:ext>
            </a:extLst>
          </p:cNvPr>
          <p:cNvSpPr txBox="1">
            <a:spLocks/>
          </p:cNvSpPr>
          <p:nvPr>
            <p:custDataLst>
              <p:tags r:id="rId349"/>
            </p:custDataLst>
          </p:nvPr>
        </p:nvSpPr>
        <p:spPr>
          <a:xfrm>
            <a:off x="9897979" y="3452229"/>
            <a:ext cx="1636295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909" b="1">
                <a:solidFill>
                  <a:srgbClr val="238B8E"/>
                </a:solidFill>
                <a:latin typeface="Times New Roman" panose="02020603050405020304" pitchFamily="18" charset="0"/>
              </a:rPr>
              <a:t>α + 0.90 </a:t>
            </a:r>
            <a:r>
              <a:rPr lang="en-US" altLang="zh-CN" sz="909" b="1">
                <a:solidFill>
                  <a:srgbClr val="238B8E"/>
                </a:solidFill>
                <a:latin typeface="Times New Roman" panose="02020603050405020304" pitchFamily="18" charset="0"/>
              </a:rPr>
              <a:t>logit(p)</a:t>
            </a:r>
            <a:endParaRPr lang="zh-CN" altLang="en-US" sz="909" b="1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" name="PN_text_259_text">
            <a:extLst>
              <a:ext uri="{FF2B5EF4-FFF2-40B4-BE49-F238E27FC236}">
                <a16:creationId xmlns:a16="http://schemas.microsoft.com/office/drawing/2014/main" id="{16026D55-E4C7-9E71-8BC6-BC0830D68341}"/>
              </a:ext>
            </a:extLst>
          </p:cNvPr>
          <p:cNvSpPr txBox="1"/>
          <p:nvPr>
            <p:custDataLst>
              <p:tags r:id="rId350"/>
            </p:custDataLst>
          </p:nvPr>
        </p:nvSpPr>
        <p:spPr>
          <a:xfrm>
            <a:off x="9881937" y="4036162"/>
            <a:ext cx="1668379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09">
                <a:solidFill>
                  <a:srgbClr val="52606D"/>
                </a:solidFill>
                <a:latin typeface="Times New Roman" panose="02020603050405020304" pitchFamily="18" charset="0"/>
              </a:rPr>
              <a:t>global · monotone</a:t>
            </a:r>
            <a:endParaRPr lang="zh-CN" altLang="en-US" sz="909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" name="260_path_0">
            <a:extLst>
              <a:ext uri="{FF2B5EF4-FFF2-40B4-BE49-F238E27FC236}">
                <a16:creationId xmlns:a16="http://schemas.microsoft.com/office/drawing/2014/main" id="{E983103D-0971-1BC0-A35A-7D90301F329B}"/>
              </a:ext>
            </a:extLst>
          </p:cNvPr>
          <p:cNvSpPr>
            <a:spLocks/>
          </p:cNvSpPr>
          <p:nvPr>
            <p:custDataLst>
              <p:tags r:id="rId351"/>
            </p:custDataLst>
          </p:nvPr>
        </p:nvSpPr>
        <p:spPr>
          <a:xfrm>
            <a:off x="9509760" y="1715703"/>
            <a:ext cx="2374232" cy="2111141"/>
          </a:xfrm>
          <a:custGeom>
            <a:avLst/>
            <a:gdLst>
              <a:gd name="csX0" fmla="*/ 2168892 w 2374232"/>
              <a:gd name="csY0" fmla="*/ 0 h 2111141"/>
              <a:gd name="csX1" fmla="*/ 2374232 w 2374232"/>
              <a:gd name="csY1" fmla="*/ 0 h 2111141"/>
              <a:gd name="csX2" fmla="*/ 2374232 w 2374232"/>
              <a:gd name="csY2" fmla="*/ 1276952 h 2111141"/>
              <a:gd name="csX3" fmla="*/ 0 w 2374232"/>
              <a:gd name="csY3" fmla="*/ 1276952 h 2111141"/>
              <a:gd name="csX4" fmla="*/ 0 w 2374232"/>
              <a:gd name="csY4" fmla="*/ 2111141 h 2111141"/>
              <a:gd name="csX5" fmla="*/ 218173 w 2374232"/>
              <a:gd name="csY5" fmla="*/ 2111141 h 21111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374232" h="2111141">
                <a:moveTo>
                  <a:pt x="2168892" y="0"/>
                </a:moveTo>
                <a:lnTo>
                  <a:pt x="2374232" y="0"/>
                </a:lnTo>
                <a:lnTo>
                  <a:pt x="2374232" y="1276952"/>
                </a:lnTo>
                <a:lnTo>
                  <a:pt x="0" y="1276952"/>
                </a:lnTo>
                <a:lnTo>
                  <a:pt x="0" y="2111141"/>
                </a:lnTo>
                <a:lnTo>
                  <a:pt x="218173" y="2111141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260_path_arrow_0">
            <a:extLst>
              <a:ext uri="{FF2B5EF4-FFF2-40B4-BE49-F238E27FC236}">
                <a16:creationId xmlns:a16="http://schemas.microsoft.com/office/drawing/2014/main" id="{17C1774C-6C09-6A68-FFD5-7A34EE5A6D97}"/>
              </a:ext>
            </a:extLst>
          </p:cNvPr>
          <p:cNvSpPr/>
          <p:nvPr>
            <p:custDataLst>
              <p:tags r:id="rId352"/>
            </p:custDataLst>
          </p:nvPr>
        </p:nvSpPr>
        <p:spPr>
          <a:xfrm>
            <a:off x="9672359" y="3799573"/>
            <a:ext cx="77004" cy="54543"/>
          </a:xfrm>
          <a:custGeom>
            <a:avLst/>
            <a:gdLst>
              <a:gd name="csX0" fmla="*/ 77004 w 77004"/>
              <a:gd name="csY0" fmla="*/ 27271 h 54543"/>
              <a:gd name="csX1" fmla="*/ 0 w 77004"/>
              <a:gd name="csY1" fmla="*/ 54543 h 54543"/>
              <a:gd name="csX2" fmla="*/ 0 w 77004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4" h="54543">
                <a:moveTo>
                  <a:pt x="77004" y="27271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PN_shape_261_rect">
            <a:extLst>
              <a:ext uri="{FF2B5EF4-FFF2-40B4-BE49-F238E27FC236}">
                <a16:creationId xmlns:a16="http://schemas.microsoft.com/office/drawing/2014/main" id="{8AE472C1-6F8A-63FB-78BD-09AF8A5A55C7}"/>
              </a:ext>
            </a:extLst>
          </p:cNvPr>
          <p:cNvSpPr/>
          <p:nvPr>
            <p:custDataLst>
              <p:tags r:id="rId353"/>
            </p:custDataLst>
          </p:nvPr>
        </p:nvSpPr>
        <p:spPr>
          <a:xfrm>
            <a:off x="9625263" y="4365859"/>
            <a:ext cx="2181726" cy="1475874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22459" cap="flat" cmpd="sng" algn="ctr">
            <a:solidFill>
              <a:srgbClr val="7F8A94"/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2" name="PN_text_262_text">
            <a:extLst>
              <a:ext uri="{FF2B5EF4-FFF2-40B4-BE49-F238E27FC236}">
                <a16:creationId xmlns:a16="http://schemas.microsoft.com/office/drawing/2014/main" id="{BEE0D47D-B416-DFB4-7AAA-B1A11D759275}"/>
              </a:ext>
            </a:extLst>
          </p:cNvPr>
          <p:cNvSpPr txBox="1"/>
          <p:nvPr>
            <p:custDataLst>
              <p:tags r:id="rId354"/>
            </p:custDataLst>
          </p:nvPr>
        </p:nvSpPr>
        <p:spPr>
          <a:xfrm>
            <a:off x="9895773" y="4424059"/>
            <a:ext cx="1640706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62" b="1">
                <a:solidFill>
                  <a:srgbClr val="52606D"/>
                </a:solidFill>
                <a:latin typeface="Times New Roman" panose="02020603050405020304" pitchFamily="18" charset="0"/>
              </a:rPr>
              <a:t>Planned reliability router</a:t>
            </a:r>
            <a:endParaRPr lang="zh-CN" altLang="en-US" sz="1162" b="1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3" name="PN_shape_263_rect">
            <a:extLst>
              <a:ext uri="{FF2B5EF4-FFF2-40B4-BE49-F238E27FC236}">
                <a16:creationId xmlns:a16="http://schemas.microsoft.com/office/drawing/2014/main" id="{435FDB59-05A1-25A2-36D9-DE4C54DA811B}"/>
              </a:ext>
            </a:extLst>
          </p:cNvPr>
          <p:cNvSpPr/>
          <p:nvPr>
            <p:custDataLst>
              <p:tags r:id="rId355"/>
            </p:custDataLst>
          </p:nvPr>
        </p:nvSpPr>
        <p:spPr>
          <a:xfrm>
            <a:off x="9740767" y="4725202"/>
            <a:ext cx="487680" cy="179671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4" name="PN_text_264_text">
            <a:extLst>
              <a:ext uri="{FF2B5EF4-FFF2-40B4-BE49-F238E27FC236}">
                <a16:creationId xmlns:a16="http://schemas.microsoft.com/office/drawing/2014/main" id="{5FBD3119-C7F0-DFE7-5B7A-809011C2E081}"/>
              </a:ext>
            </a:extLst>
          </p:cNvPr>
          <p:cNvSpPr txBox="1"/>
          <p:nvPr>
            <p:custDataLst>
              <p:tags r:id="rId356"/>
            </p:custDataLst>
          </p:nvPr>
        </p:nvSpPr>
        <p:spPr>
          <a:xfrm>
            <a:off x="9799159" y="4742591"/>
            <a:ext cx="370893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quality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5" name="PN_shape_265_rect">
            <a:extLst>
              <a:ext uri="{FF2B5EF4-FFF2-40B4-BE49-F238E27FC236}">
                <a16:creationId xmlns:a16="http://schemas.microsoft.com/office/drawing/2014/main" id="{F0B8E61A-CCA8-BF47-993E-44A9714A5A67}"/>
              </a:ext>
            </a:extLst>
          </p:cNvPr>
          <p:cNvSpPr/>
          <p:nvPr>
            <p:custDataLst>
              <p:tags r:id="rId357"/>
            </p:custDataLst>
          </p:nvPr>
        </p:nvSpPr>
        <p:spPr>
          <a:xfrm>
            <a:off x="9740767" y="4975459"/>
            <a:ext cx="487680" cy="179671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6" name="PN_text_266_text">
            <a:extLst>
              <a:ext uri="{FF2B5EF4-FFF2-40B4-BE49-F238E27FC236}">
                <a16:creationId xmlns:a16="http://schemas.microsoft.com/office/drawing/2014/main" id="{940ADD86-B7EF-2E45-7639-3E8C79AE0F99}"/>
              </a:ext>
            </a:extLst>
          </p:cNvPr>
          <p:cNvSpPr txBox="1"/>
          <p:nvPr>
            <p:custDataLst>
              <p:tags r:id="rId358"/>
            </p:custDataLst>
          </p:nvPr>
        </p:nvSpPr>
        <p:spPr>
          <a:xfrm>
            <a:off x="9836698" y="4992848"/>
            <a:ext cx="295816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OOD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7" name="PN_shape_267_rect">
            <a:extLst>
              <a:ext uri="{FF2B5EF4-FFF2-40B4-BE49-F238E27FC236}">
                <a16:creationId xmlns:a16="http://schemas.microsoft.com/office/drawing/2014/main" id="{3902DD7C-7CC7-F6AB-511D-F25BAF1465E4}"/>
              </a:ext>
            </a:extLst>
          </p:cNvPr>
          <p:cNvSpPr/>
          <p:nvPr>
            <p:custDataLst>
              <p:tags r:id="rId359"/>
            </p:custDataLst>
          </p:nvPr>
        </p:nvSpPr>
        <p:spPr>
          <a:xfrm>
            <a:off x="9740767" y="5225715"/>
            <a:ext cx="487680" cy="17967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8" name="PN_text_268_text">
            <a:extLst>
              <a:ext uri="{FF2B5EF4-FFF2-40B4-BE49-F238E27FC236}">
                <a16:creationId xmlns:a16="http://schemas.microsoft.com/office/drawing/2014/main" id="{F5D09EC7-FC89-5416-CAD6-B8458F5B2B2C}"/>
              </a:ext>
            </a:extLst>
          </p:cNvPr>
          <p:cNvSpPr txBox="1"/>
          <p:nvPr>
            <p:custDataLst>
              <p:tags r:id="rId360"/>
            </p:custDataLst>
          </p:nvPr>
        </p:nvSpPr>
        <p:spPr>
          <a:xfrm>
            <a:off x="9799480" y="5243105"/>
            <a:ext cx="370252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pattern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0" name="269_path_0">
            <a:extLst>
              <a:ext uri="{FF2B5EF4-FFF2-40B4-BE49-F238E27FC236}">
                <a16:creationId xmlns:a16="http://schemas.microsoft.com/office/drawing/2014/main" id="{D45D3F6E-C1B7-0281-F610-938AA73327D6}"/>
              </a:ext>
            </a:extLst>
          </p:cNvPr>
          <p:cNvSpPr>
            <a:spLocks/>
          </p:cNvSpPr>
          <p:nvPr>
            <p:custDataLst>
              <p:tags r:id="rId361"/>
            </p:custDataLst>
          </p:nvPr>
        </p:nvSpPr>
        <p:spPr>
          <a:xfrm>
            <a:off x="10234862" y="4815038"/>
            <a:ext cx="160421" cy="314425"/>
          </a:xfrm>
          <a:custGeom>
            <a:avLst/>
            <a:gdLst>
              <a:gd name="csX0" fmla="*/ 0 w 160421"/>
              <a:gd name="csY0" fmla="*/ 0 h 314425"/>
              <a:gd name="csX1" fmla="*/ 121920 w 160421"/>
              <a:gd name="csY1" fmla="*/ 0 h 314425"/>
              <a:gd name="csX2" fmla="*/ 121920 w 160421"/>
              <a:gd name="csY2" fmla="*/ 314425 h 314425"/>
              <a:gd name="csX3" fmla="*/ 160421 w 160421"/>
              <a:gd name="csY3" fmla="*/ 314425 h 3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0421" h="314425">
                <a:moveTo>
                  <a:pt x="0" y="0"/>
                </a:moveTo>
                <a:lnTo>
                  <a:pt x="121920" y="0"/>
                </a:lnTo>
                <a:lnTo>
                  <a:pt x="121920" y="314425"/>
                </a:lnTo>
                <a:lnTo>
                  <a:pt x="160421" y="314425"/>
                </a:lnTo>
              </a:path>
            </a:pathLst>
          </a:custGeom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2" name="269_path_1">
            <a:extLst>
              <a:ext uri="{FF2B5EF4-FFF2-40B4-BE49-F238E27FC236}">
                <a16:creationId xmlns:a16="http://schemas.microsoft.com/office/drawing/2014/main" id="{53C4336B-D84E-7A3E-46D3-EEB54E1353CA}"/>
              </a:ext>
            </a:extLst>
          </p:cNvPr>
          <p:cNvSpPr>
            <a:spLocks/>
          </p:cNvSpPr>
          <p:nvPr>
            <p:custDataLst>
              <p:tags r:id="rId362"/>
            </p:custDataLst>
          </p:nvPr>
        </p:nvSpPr>
        <p:spPr>
          <a:xfrm>
            <a:off x="10234863" y="5065294"/>
            <a:ext cx="121920" cy="1"/>
          </a:xfrm>
          <a:custGeom>
            <a:avLst/>
            <a:gdLst>
              <a:gd name="csX0" fmla="*/ 0 w 121920"/>
              <a:gd name="csY0" fmla="*/ 0 h 1"/>
              <a:gd name="csX1" fmla="*/ 121920 w 121920"/>
              <a:gd name="csY1" fmla="*/ 1 h 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1920" h="1">
                <a:moveTo>
                  <a:pt x="0" y="0"/>
                </a:moveTo>
                <a:lnTo>
                  <a:pt x="121920" y="1"/>
                </a:lnTo>
              </a:path>
            </a:pathLst>
          </a:custGeom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3" name="269_path_arrow_1" hidden="1">
            <a:extLst>
              <a:ext uri="{FF2B5EF4-FFF2-40B4-BE49-F238E27FC236}">
                <a16:creationId xmlns:a16="http://schemas.microsoft.com/office/drawing/2014/main" id="{58F4D93C-761D-792E-1C79-27492EE6EFC3}"/>
              </a:ext>
            </a:extLst>
          </p:cNvPr>
          <p:cNvSpPr>
            <a:spLocks/>
          </p:cNvSpPr>
          <p:nvPr>
            <p:custDataLst>
              <p:tags r:id="rId363"/>
            </p:custDataLst>
          </p:nvPr>
        </p:nvSpPr>
        <p:spPr>
          <a:xfrm>
            <a:off x="10363200" y="5046044"/>
            <a:ext cx="51335" cy="38501"/>
          </a:xfrm>
          <a:custGeom>
            <a:avLst/>
            <a:gdLst>
              <a:gd name="csX0" fmla="*/ 51335 w 51335"/>
              <a:gd name="csY0" fmla="*/ 19251 h 38501"/>
              <a:gd name="csX1" fmla="*/ 0 w 51335"/>
              <a:gd name="csY1" fmla="*/ 38501 h 38501"/>
              <a:gd name="csX2" fmla="*/ 0 w 51335"/>
              <a:gd name="csY2" fmla="*/ 0 h 38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1335" h="38501">
                <a:moveTo>
                  <a:pt x="51335" y="19251"/>
                </a:moveTo>
                <a:lnTo>
                  <a:pt x="0" y="38501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269_path_2">
            <a:extLst>
              <a:ext uri="{FF2B5EF4-FFF2-40B4-BE49-F238E27FC236}">
                <a16:creationId xmlns:a16="http://schemas.microsoft.com/office/drawing/2014/main" id="{3470BD62-8DE0-5E03-589B-D350D0B0576A}"/>
              </a:ext>
            </a:extLst>
          </p:cNvPr>
          <p:cNvSpPr>
            <a:spLocks/>
          </p:cNvSpPr>
          <p:nvPr>
            <p:custDataLst>
              <p:tags r:id="rId364"/>
            </p:custDataLst>
          </p:nvPr>
        </p:nvSpPr>
        <p:spPr>
          <a:xfrm>
            <a:off x="10234863" y="5129463"/>
            <a:ext cx="121920" cy="186090"/>
          </a:xfrm>
          <a:custGeom>
            <a:avLst/>
            <a:gdLst>
              <a:gd name="csX0" fmla="*/ 0 w 121920"/>
              <a:gd name="csY0" fmla="*/ 186089 h 186090"/>
              <a:gd name="csX1" fmla="*/ 121920 w 121920"/>
              <a:gd name="csY1" fmla="*/ 186090 h 186090"/>
              <a:gd name="csX2" fmla="*/ 121920 w 121920"/>
              <a:gd name="csY2" fmla="*/ 0 h 1860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920" h="186090">
                <a:moveTo>
                  <a:pt x="0" y="186089"/>
                </a:moveTo>
                <a:lnTo>
                  <a:pt x="121920" y="186090"/>
                </a:lnTo>
                <a:lnTo>
                  <a:pt x="121920" y="0"/>
                </a:lnTo>
              </a:path>
            </a:pathLst>
          </a:custGeom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5" name="269_path_arrow_2" hidden="1">
            <a:extLst>
              <a:ext uri="{FF2B5EF4-FFF2-40B4-BE49-F238E27FC236}">
                <a16:creationId xmlns:a16="http://schemas.microsoft.com/office/drawing/2014/main" id="{C5EAC375-C7B7-1DC0-4401-214F807B35EE}"/>
              </a:ext>
            </a:extLst>
          </p:cNvPr>
          <p:cNvSpPr>
            <a:spLocks/>
          </p:cNvSpPr>
          <p:nvPr>
            <p:custDataLst>
              <p:tags r:id="rId365"/>
            </p:custDataLst>
          </p:nvPr>
        </p:nvSpPr>
        <p:spPr>
          <a:xfrm>
            <a:off x="10337534" y="5129464"/>
            <a:ext cx="38500" cy="51335"/>
          </a:xfrm>
          <a:custGeom>
            <a:avLst/>
            <a:gdLst>
              <a:gd name="csX0" fmla="*/ 19249 w 38500"/>
              <a:gd name="csY0" fmla="*/ 0 h 51335"/>
              <a:gd name="csX1" fmla="*/ 38500 w 38500"/>
              <a:gd name="csY1" fmla="*/ 51335 h 51335"/>
              <a:gd name="csX2" fmla="*/ 0 w 38500"/>
              <a:gd name="csY2" fmla="*/ 51334 h 51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500" h="51335">
                <a:moveTo>
                  <a:pt x="19249" y="0"/>
                </a:moveTo>
                <a:lnTo>
                  <a:pt x="38500" y="51335"/>
                </a:lnTo>
                <a:lnTo>
                  <a:pt x="0" y="51334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6" name="270_polygon_0">
            <a:extLst>
              <a:ext uri="{FF2B5EF4-FFF2-40B4-BE49-F238E27FC236}">
                <a16:creationId xmlns:a16="http://schemas.microsoft.com/office/drawing/2014/main" id="{C6C416EC-B772-E866-E554-62E4F779B803}"/>
              </a:ext>
            </a:extLst>
          </p:cNvPr>
          <p:cNvSpPr>
            <a:spLocks/>
          </p:cNvSpPr>
          <p:nvPr>
            <p:custDataLst>
              <p:tags r:id="rId366"/>
            </p:custDataLst>
          </p:nvPr>
        </p:nvSpPr>
        <p:spPr>
          <a:xfrm>
            <a:off x="10414535" y="4840705"/>
            <a:ext cx="577517" cy="577517"/>
          </a:xfrm>
          <a:custGeom>
            <a:avLst/>
            <a:gdLst/>
            <a:ahLst/>
            <a:cxnLst/>
            <a:rect l="0" t="0" r="0" b="0"/>
            <a:pathLst>
              <a:path w="577517" h="577517">
                <a:moveTo>
                  <a:pt x="288757" y="0"/>
                </a:moveTo>
                <a:lnTo>
                  <a:pt x="577516" y="288758"/>
                </a:lnTo>
                <a:lnTo>
                  <a:pt x="288757" y="577516"/>
                </a:lnTo>
                <a:lnTo>
                  <a:pt x="0" y="288758"/>
                </a:lnTo>
                <a:close/>
              </a:path>
            </a:pathLst>
          </a:custGeom>
          <a:solidFill>
            <a:srgbClr val="F4F8FB"/>
          </a:solidFill>
          <a:ln w="25667">
            <a:solidFill>
              <a:srgbClr val="2E6F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7" name="271_path_0">
            <a:extLst>
              <a:ext uri="{FF2B5EF4-FFF2-40B4-BE49-F238E27FC236}">
                <a16:creationId xmlns:a16="http://schemas.microsoft.com/office/drawing/2014/main" id="{6806DB68-E59D-2024-31E3-2C8058229531}"/>
              </a:ext>
            </a:extLst>
          </p:cNvPr>
          <p:cNvSpPr>
            <a:spLocks/>
          </p:cNvSpPr>
          <p:nvPr>
            <p:custDataLst>
              <p:tags r:id="rId367"/>
            </p:custDataLst>
          </p:nvPr>
        </p:nvSpPr>
        <p:spPr>
          <a:xfrm>
            <a:off x="10594206" y="4998987"/>
            <a:ext cx="218174" cy="72725"/>
          </a:xfrm>
          <a:custGeom>
            <a:avLst/>
            <a:gdLst/>
            <a:ahLst/>
            <a:cxnLst/>
            <a:rect l="0" t="0" r="0" b="0"/>
            <a:pathLst>
              <a:path w="218174" h="72725">
                <a:moveTo>
                  <a:pt x="0" y="72724"/>
                </a:moveTo>
                <a:cubicBezTo>
                  <a:pt x="72724" y="0"/>
                  <a:pt x="145449" y="0"/>
                  <a:pt x="218173" y="72724"/>
                </a:cubicBezTo>
              </a:path>
            </a:pathLst>
          </a:custGeom>
          <a:ln w="19251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271_path_1">
            <a:extLst>
              <a:ext uri="{FF2B5EF4-FFF2-40B4-BE49-F238E27FC236}">
                <a16:creationId xmlns:a16="http://schemas.microsoft.com/office/drawing/2014/main" id="{25BAE11D-D9B4-4C66-B63F-56B60D94F243}"/>
              </a:ext>
            </a:extLst>
          </p:cNvPr>
          <p:cNvSpPr>
            <a:spLocks/>
          </p:cNvSpPr>
          <p:nvPr>
            <p:custDataLst>
              <p:tags r:id="rId368"/>
            </p:custDataLst>
          </p:nvPr>
        </p:nvSpPr>
        <p:spPr>
          <a:xfrm>
            <a:off x="10767461" y="5033210"/>
            <a:ext cx="44919" cy="38502"/>
          </a:xfrm>
          <a:custGeom>
            <a:avLst/>
            <a:gdLst/>
            <a:ahLst/>
            <a:cxnLst/>
            <a:rect l="0" t="0" r="0" b="0"/>
            <a:pathLst>
              <a:path w="44919" h="38502">
                <a:moveTo>
                  <a:pt x="44918" y="38501"/>
                </a:moveTo>
                <a:lnTo>
                  <a:pt x="0" y="0"/>
                </a:lnTo>
              </a:path>
            </a:pathLst>
          </a:custGeom>
          <a:ln w="19251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9" name="271_path_2">
            <a:extLst>
              <a:ext uri="{FF2B5EF4-FFF2-40B4-BE49-F238E27FC236}">
                <a16:creationId xmlns:a16="http://schemas.microsoft.com/office/drawing/2014/main" id="{C478CA0A-EC87-E2F7-2B73-C19B2B0B99FC}"/>
              </a:ext>
            </a:extLst>
          </p:cNvPr>
          <p:cNvSpPr>
            <a:spLocks/>
          </p:cNvSpPr>
          <p:nvPr>
            <p:custDataLst>
              <p:tags r:id="rId369"/>
            </p:custDataLst>
          </p:nvPr>
        </p:nvSpPr>
        <p:spPr>
          <a:xfrm>
            <a:off x="10773878" y="5071711"/>
            <a:ext cx="38502" cy="44919"/>
          </a:xfrm>
          <a:custGeom>
            <a:avLst/>
            <a:gdLst/>
            <a:ahLst/>
            <a:cxnLst/>
            <a:rect l="0" t="0" r="0" b="0"/>
            <a:pathLst>
              <a:path w="38502" h="44919">
                <a:moveTo>
                  <a:pt x="38501" y="0"/>
                </a:moveTo>
                <a:lnTo>
                  <a:pt x="0" y="44918"/>
                </a:lnTo>
              </a:path>
            </a:pathLst>
          </a:custGeom>
          <a:ln w="19251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0" name="272_path_0">
            <a:extLst>
              <a:ext uri="{FF2B5EF4-FFF2-40B4-BE49-F238E27FC236}">
                <a16:creationId xmlns:a16="http://schemas.microsoft.com/office/drawing/2014/main" id="{50CDEC97-D765-DAA6-CB7A-DB317052D313}"/>
              </a:ext>
            </a:extLst>
          </p:cNvPr>
          <p:cNvSpPr>
            <a:spLocks/>
          </p:cNvSpPr>
          <p:nvPr>
            <p:custDataLst>
              <p:tags r:id="rId370"/>
            </p:custDataLst>
          </p:nvPr>
        </p:nvSpPr>
        <p:spPr>
          <a:xfrm>
            <a:off x="10594206" y="5187215"/>
            <a:ext cx="218174" cy="72725"/>
          </a:xfrm>
          <a:custGeom>
            <a:avLst/>
            <a:gdLst/>
            <a:ahLst/>
            <a:cxnLst/>
            <a:rect l="0" t="0" r="0" b="0"/>
            <a:pathLst>
              <a:path w="218174" h="72725">
                <a:moveTo>
                  <a:pt x="218173" y="0"/>
                </a:moveTo>
                <a:cubicBezTo>
                  <a:pt x="145449" y="72724"/>
                  <a:pt x="72724" y="72724"/>
                  <a:pt x="0" y="0"/>
                </a:cubicBezTo>
              </a:path>
            </a:pathLst>
          </a:custGeom>
          <a:ln w="19251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1" name="272_path_1">
            <a:extLst>
              <a:ext uri="{FF2B5EF4-FFF2-40B4-BE49-F238E27FC236}">
                <a16:creationId xmlns:a16="http://schemas.microsoft.com/office/drawing/2014/main" id="{FD8146B6-F2F1-B4F8-1588-6BE9545AB323}"/>
              </a:ext>
            </a:extLst>
          </p:cNvPr>
          <p:cNvSpPr>
            <a:spLocks/>
          </p:cNvSpPr>
          <p:nvPr>
            <p:custDataLst>
              <p:tags r:id="rId371"/>
            </p:custDataLst>
          </p:nvPr>
        </p:nvSpPr>
        <p:spPr>
          <a:xfrm>
            <a:off x="10594206" y="5142297"/>
            <a:ext cx="44919" cy="44919"/>
          </a:xfrm>
          <a:custGeom>
            <a:avLst/>
            <a:gdLst/>
            <a:ahLst/>
            <a:cxnLst/>
            <a:rect l="0" t="0" r="0" b="0"/>
            <a:pathLst>
              <a:path w="44919" h="44919">
                <a:moveTo>
                  <a:pt x="0" y="44918"/>
                </a:moveTo>
                <a:lnTo>
                  <a:pt x="44918" y="0"/>
                </a:lnTo>
              </a:path>
            </a:pathLst>
          </a:custGeom>
          <a:ln w="19251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272_path_2">
            <a:extLst>
              <a:ext uri="{FF2B5EF4-FFF2-40B4-BE49-F238E27FC236}">
                <a16:creationId xmlns:a16="http://schemas.microsoft.com/office/drawing/2014/main" id="{04F93FC2-75C2-EB9F-33A8-EFEFA3864EDF}"/>
              </a:ext>
            </a:extLst>
          </p:cNvPr>
          <p:cNvSpPr>
            <a:spLocks/>
          </p:cNvSpPr>
          <p:nvPr>
            <p:custDataLst>
              <p:tags r:id="rId372"/>
            </p:custDataLst>
          </p:nvPr>
        </p:nvSpPr>
        <p:spPr>
          <a:xfrm>
            <a:off x="10594206" y="5187215"/>
            <a:ext cx="44919" cy="44919"/>
          </a:xfrm>
          <a:custGeom>
            <a:avLst/>
            <a:gdLst/>
            <a:ahLst/>
            <a:cxnLst/>
            <a:rect l="0" t="0" r="0" b="0"/>
            <a:pathLst>
              <a:path w="44919" h="44919">
                <a:moveTo>
                  <a:pt x="0" y="0"/>
                </a:moveTo>
                <a:lnTo>
                  <a:pt x="44918" y="44918"/>
                </a:lnTo>
              </a:path>
            </a:pathLst>
          </a:custGeom>
          <a:ln w="19251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PN_text_273_text">
            <a:extLst>
              <a:ext uri="{FF2B5EF4-FFF2-40B4-BE49-F238E27FC236}">
                <a16:creationId xmlns:a16="http://schemas.microsoft.com/office/drawing/2014/main" id="{D7FE373B-625B-B777-49E5-7A56D19FE766}"/>
              </a:ext>
            </a:extLst>
          </p:cNvPr>
          <p:cNvSpPr txBox="1"/>
          <p:nvPr>
            <p:custDataLst>
              <p:tags r:id="rId373"/>
            </p:custDataLst>
          </p:nvPr>
        </p:nvSpPr>
        <p:spPr>
          <a:xfrm>
            <a:off x="10643295" y="5063434"/>
            <a:ext cx="119995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 b="1">
                <a:solidFill>
                  <a:srgbClr val="2E6F9E"/>
                </a:solidFill>
                <a:latin typeface="Times New Roman" panose="02020603050405020304" pitchFamily="18" charset="0"/>
              </a:rPr>
              <a:t>R</a:t>
            </a:r>
            <a:endParaRPr lang="zh-CN" altLang="en-US" sz="960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" name="PN_shape_274_rect">
            <a:extLst>
              <a:ext uri="{FF2B5EF4-FFF2-40B4-BE49-F238E27FC236}">
                <a16:creationId xmlns:a16="http://schemas.microsoft.com/office/drawing/2014/main" id="{467A0F83-7D1B-2AB9-5404-ED128FC0F836}"/>
              </a:ext>
            </a:extLst>
          </p:cNvPr>
          <p:cNvSpPr/>
          <p:nvPr>
            <p:custDataLst>
              <p:tags r:id="rId374"/>
            </p:custDataLst>
          </p:nvPr>
        </p:nvSpPr>
        <p:spPr>
          <a:xfrm>
            <a:off x="11184556" y="4673867"/>
            <a:ext cx="500514" cy="218173"/>
          </a:xfrm>
          <a:prstGeom prst="roundRect">
            <a:avLst>
              <a:gd name="adj" fmla="val 8824"/>
            </a:avLst>
          </a:prstGeom>
          <a:solidFill>
            <a:srgbClr val="F4F8FB"/>
          </a:solidFill>
          <a:ln w="22459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1" name="PN_text_275_text">
            <a:extLst>
              <a:ext uri="{FF2B5EF4-FFF2-40B4-BE49-F238E27FC236}">
                <a16:creationId xmlns:a16="http://schemas.microsoft.com/office/drawing/2014/main" id="{7BF8C391-45F2-3364-EFA2-6FDE7F63E7EE}"/>
              </a:ext>
            </a:extLst>
          </p:cNvPr>
          <p:cNvSpPr txBox="1"/>
          <p:nvPr>
            <p:custDataLst>
              <p:tags r:id="rId375"/>
            </p:custDataLst>
          </p:nvPr>
        </p:nvSpPr>
        <p:spPr>
          <a:xfrm>
            <a:off x="11262841" y="4710507"/>
            <a:ext cx="343943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 b="1">
                <a:solidFill>
                  <a:srgbClr val="2E6F9E"/>
                </a:solidFill>
                <a:latin typeface="Times New Roman" panose="02020603050405020304" pitchFamily="18" charset="0"/>
              </a:rPr>
              <a:t>FUSE</a:t>
            </a:r>
            <a:endParaRPr lang="zh-CN" altLang="en-US" sz="960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2" name="PN_shape_276_rect">
            <a:extLst>
              <a:ext uri="{FF2B5EF4-FFF2-40B4-BE49-F238E27FC236}">
                <a16:creationId xmlns:a16="http://schemas.microsoft.com/office/drawing/2014/main" id="{46B38070-386C-C7AF-5D96-947DA4CEEE50}"/>
              </a:ext>
            </a:extLst>
          </p:cNvPr>
          <p:cNvSpPr/>
          <p:nvPr>
            <p:custDataLst>
              <p:tags r:id="rId376"/>
            </p:custDataLst>
          </p:nvPr>
        </p:nvSpPr>
        <p:spPr>
          <a:xfrm>
            <a:off x="11184556" y="4988292"/>
            <a:ext cx="500514" cy="218173"/>
          </a:xfrm>
          <a:prstGeom prst="roundRect">
            <a:avLst>
              <a:gd name="adj" fmla="val 8824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3" name="PN_text_277_text">
            <a:extLst>
              <a:ext uri="{FF2B5EF4-FFF2-40B4-BE49-F238E27FC236}">
                <a16:creationId xmlns:a16="http://schemas.microsoft.com/office/drawing/2014/main" id="{6F3ED414-EB4F-01F0-B17E-4E072D74E18E}"/>
              </a:ext>
            </a:extLst>
          </p:cNvPr>
          <p:cNvSpPr txBox="1"/>
          <p:nvPr>
            <p:custDataLst>
              <p:tags r:id="rId377"/>
            </p:custDataLst>
          </p:nvPr>
        </p:nvSpPr>
        <p:spPr>
          <a:xfrm>
            <a:off x="11239420" y="5024933"/>
            <a:ext cx="390786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 b="1">
                <a:solidFill>
                  <a:srgbClr val="238B8E"/>
                </a:solidFill>
                <a:latin typeface="Times New Roman" panose="02020603050405020304" pitchFamily="18" charset="0"/>
              </a:rPr>
              <a:t>RANK</a:t>
            </a:r>
            <a:endParaRPr lang="zh-CN" altLang="en-US" sz="960" b="1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" name="PN_shape_278_rect">
            <a:extLst>
              <a:ext uri="{FF2B5EF4-FFF2-40B4-BE49-F238E27FC236}">
                <a16:creationId xmlns:a16="http://schemas.microsoft.com/office/drawing/2014/main" id="{A425CBD1-5421-E30D-65B4-C373F086C10E}"/>
              </a:ext>
            </a:extLst>
          </p:cNvPr>
          <p:cNvSpPr/>
          <p:nvPr>
            <p:custDataLst>
              <p:tags r:id="rId378"/>
            </p:custDataLst>
          </p:nvPr>
        </p:nvSpPr>
        <p:spPr>
          <a:xfrm>
            <a:off x="11184556" y="5302718"/>
            <a:ext cx="500514" cy="218173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5" name="PN_text_279_text">
            <a:extLst>
              <a:ext uri="{FF2B5EF4-FFF2-40B4-BE49-F238E27FC236}">
                <a16:creationId xmlns:a16="http://schemas.microsoft.com/office/drawing/2014/main" id="{F59D11F2-D7C7-A8AD-86CD-D01F78549F68}"/>
              </a:ext>
            </a:extLst>
          </p:cNvPr>
          <p:cNvSpPr txBox="1"/>
          <p:nvPr>
            <p:custDataLst>
              <p:tags r:id="rId379"/>
            </p:custDataLst>
          </p:nvPr>
        </p:nvSpPr>
        <p:spPr>
          <a:xfrm>
            <a:off x="11259327" y="5339358"/>
            <a:ext cx="350971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 b="1">
                <a:solidFill>
                  <a:srgbClr val="20262D"/>
                </a:solidFill>
                <a:latin typeface="Times New Roman" panose="02020603050405020304" pitchFamily="18" charset="0"/>
              </a:rPr>
              <a:t>STOP</a:t>
            </a:r>
            <a:endParaRPr lang="zh-CN" altLang="en-US" sz="960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6" name="PN_shape_280_rect">
            <a:extLst>
              <a:ext uri="{FF2B5EF4-FFF2-40B4-BE49-F238E27FC236}">
                <a16:creationId xmlns:a16="http://schemas.microsoft.com/office/drawing/2014/main" id="{8B373737-FE49-DEFB-BAFC-18F88898F17D}"/>
              </a:ext>
            </a:extLst>
          </p:cNvPr>
          <p:cNvSpPr/>
          <p:nvPr>
            <p:custDataLst>
              <p:tags r:id="rId380"/>
            </p:custDataLst>
          </p:nvPr>
        </p:nvSpPr>
        <p:spPr>
          <a:xfrm>
            <a:off x="9740767" y="5540141"/>
            <a:ext cx="616016" cy="218173"/>
          </a:xfrm>
          <a:prstGeom prst="roundRect">
            <a:avLst>
              <a:gd name="adj" fmla="val 8824"/>
            </a:avLst>
          </a:prstGeom>
          <a:solidFill>
            <a:srgbClr val="FFF8EF"/>
          </a:solidFill>
          <a:ln w="22459" cap="flat" cmpd="sng" algn="ctr">
            <a:solidFill>
              <a:srgbClr val="C678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7" name="PN_text_281_text">
            <a:extLst>
              <a:ext uri="{FF2B5EF4-FFF2-40B4-BE49-F238E27FC236}">
                <a16:creationId xmlns:a16="http://schemas.microsoft.com/office/drawing/2014/main" id="{64EEDB9D-975A-44E0-7BA1-21A9B779E25A}"/>
              </a:ext>
            </a:extLst>
          </p:cNvPr>
          <p:cNvSpPr txBox="1"/>
          <p:nvPr>
            <p:custDataLst>
              <p:tags r:id="rId381"/>
            </p:custDataLst>
          </p:nvPr>
        </p:nvSpPr>
        <p:spPr>
          <a:xfrm>
            <a:off x="9729537" y="5576781"/>
            <a:ext cx="638476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859" b="1">
                <a:solidFill>
                  <a:srgbClr val="A95F13"/>
                </a:solidFill>
                <a:latin typeface="Times New Roman" panose="02020603050405020304" pitchFamily="18" charset="0"/>
              </a:rPr>
              <a:t>V0 EXACT</a:t>
            </a:r>
            <a:endParaRPr lang="zh-CN" altLang="en-US" sz="859" b="1">
              <a:solidFill>
                <a:srgbClr val="A95F13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3" name="282_path_0">
            <a:extLst>
              <a:ext uri="{FF2B5EF4-FFF2-40B4-BE49-F238E27FC236}">
                <a16:creationId xmlns:a16="http://schemas.microsoft.com/office/drawing/2014/main" id="{CD8DBD3D-145C-D0B5-4F74-8C7574543F05}"/>
              </a:ext>
            </a:extLst>
          </p:cNvPr>
          <p:cNvSpPr>
            <a:spLocks/>
          </p:cNvSpPr>
          <p:nvPr>
            <p:custDataLst>
              <p:tags r:id="rId382"/>
            </p:custDataLst>
          </p:nvPr>
        </p:nvSpPr>
        <p:spPr>
          <a:xfrm>
            <a:off x="10998467" y="4782954"/>
            <a:ext cx="115504" cy="346509"/>
          </a:xfrm>
          <a:custGeom>
            <a:avLst/>
            <a:gdLst>
              <a:gd name="csX0" fmla="*/ 0 w 115504"/>
              <a:gd name="csY0" fmla="*/ 346509 h 346509"/>
              <a:gd name="csX1" fmla="*/ 83420 w 115504"/>
              <a:gd name="csY1" fmla="*/ 346509 h 346509"/>
              <a:gd name="csX2" fmla="*/ 83420 w 115504"/>
              <a:gd name="csY2" fmla="*/ 0 h 346509"/>
              <a:gd name="csX3" fmla="*/ 115504 w 115504"/>
              <a:gd name="csY3" fmla="*/ 0 h 346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5504" h="346509">
                <a:moveTo>
                  <a:pt x="0" y="346509"/>
                </a:moveTo>
                <a:lnTo>
                  <a:pt x="83420" y="346509"/>
                </a:lnTo>
                <a:lnTo>
                  <a:pt x="83420" y="0"/>
                </a:lnTo>
                <a:lnTo>
                  <a:pt x="115504" y="0"/>
                </a:lnTo>
              </a:path>
            </a:pathLst>
          </a:custGeom>
          <a:ln w="1143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4" name="282_path_arrow_0">
            <a:extLst>
              <a:ext uri="{FF2B5EF4-FFF2-40B4-BE49-F238E27FC236}">
                <a16:creationId xmlns:a16="http://schemas.microsoft.com/office/drawing/2014/main" id="{522AA240-C458-EBE1-A676-D13D4A616FDD}"/>
              </a:ext>
            </a:extLst>
          </p:cNvPr>
          <p:cNvSpPr/>
          <p:nvPr>
            <p:custDataLst>
              <p:tags r:id="rId383"/>
            </p:custDataLst>
          </p:nvPr>
        </p:nvSpPr>
        <p:spPr>
          <a:xfrm>
            <a:off x="11093590" y="4763703"/>
            <a:ext cx="51334" cy="38501"/>
          </a:xfrm>
          <a:custGeom>
            <a:avLst/>
            <a:gdLst>
              <a:gd name="csX0" fmla="*/ 51334 w 51334"/>
              <a:gd name="csY0" fmla="*/ 19251 h 38501"/>
              <a:gd name="csX1" fmla="*/ 0 w 51334"/>
              <a:gd name="csY1" fmla="*/ 38501 h 38501"/>
              <a:gd name="csX2" fmla="*/ 0 w 51334"/>
              <a:gd name="csY2" fmla="*/ 0 h 38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1334" h="38501">
                <a:moveTo>
                  <a:pt x="51334" y="19251"/>
                </a:moveTo>
                <a:lnTo>
                  <a:pt x="0" y="38501"/>
                </a:lnTo>
                <a:lnTo>
                  <a:pt x="0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5" name="283_path_0">
            <a:extLst>
              <a:ext uri="{FF2B5EF4-FFF2-40B4-BE49-F238E27FC236}">
                <a16:creationId xmlns:a16="http://schemas.microsoft.com/office/drawing/2014/main" id="{F4D94B47-40D9-1425-5D99-1687038232C5}"/>
              </a:ext>
            </a:extLst>
          </p:cNvPr>
          <p:cNvSpPr>
            <a:spLocks/>
          </p:cNvSpPr>
          <p:nvPr>
            <p:custDataLst>
              <p:tags r:id="rId384"/>
            </p:custDataLst>
          </p:nvPr>
        </p:nvSpPr>
        <p:spPr>
          <a:xfrm>
            <a:off x="10998467" y="5129464"/>
            <a:ext cx="115504" cy="0"/>
          </a:xfrm>
          <a:custGeom>
            <a:avLst/>
            <a:gdLst>
              <a:gd name="csX0" fmla="*/ 0 w 115504"/>
              <a:gd name="csY0" fmla="*/ 0 h 0"/>
              <a:gd name="csX1" fmla="*/ 115504 w 11550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5504">
                <a:moveTo>
                  <a:pt x="0" y="0"/>
                </a:moveTo>
                <a:lnTo>
                  <a:pt x="115504" y="0"/>
                </a:lnTo>
              </a:path>
            </a:pathLst>
          </a:custGeom>
          <a:ln w="1143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6" name="283_path_arrow_0">
            <a:extLst>
              <a:ext uri="{FF2B5EF4-FFF2-40B4-BE49-F238E27FC236}">
                <a16:creationId xmlns:a16="http://schemas.microsoft.com/office/drawing/2014/main" id="{F8433229-E6B1-7452-BEED-E0816F2DB902}"/>
              </a:ext>
            </a:extLst>
          </p:cNvPr>
          <p:cNvSpPr/>
          <p:nvPr>
            <p:custDataLst>
              <p:tags r:id="rId385"/>
            </p:custDataLst>
          </p:nvPr>
        </p:nvSpPr>
        <p:spPr>
          <a:xfrm>
            <a:off x="11100733" y="5110212"/>
            <a:ext cx="51334" cy="38503"/>
          </a:xfrm>
          <a:custGeom>
            <a:avLst/>
            <a:gdLst>
              <a:gd name="csX0" fmla="*/ 51334 w 51334"/>
              <a:gd name="csY0" fmla="*/ 19252 h 38503"/>
              <a:gd name="csX1" fmla="*/ 0 w 51334"/>
              <a:gd name="csY1" fmla="*/ 38503 h 38503"/>
              <a:gd name="csX2" fmla="*/ 0 w 51334"/>
              <a:gd name="csY2" fmla="*/ 0 h 385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1334" h="38503">
                <a:moveTo>
                  <a:pt x="51334" y="19252"/>
                </a:moveTo>
                <a:lnTo>
                  <a:pt x="0" y="3850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284_path_0">
            <a:extLst>
              <a:ext uri="{FF2B5EF4-FFF2-40B4-BE49-F238E27FC236}">
                <a16:creationId xmlns:a16="http://schemas.microsoft.com/office/drawing/2014/main" id="{F0E4CAA8-8771-775B-2BCA-1BA706107EF4}"/>
              </a:ext>
            </a:extLst>
          </p:cNvPr>
          <p:cNvSpPr>
            <a:spLocks/>
          </p:cNvSpPr>
          <p:nvPr>
            <p:custDataLst>
              <p:tags r:id="rId386"/>
            </p:custDataLst>
          </p:nvPr>
        </p:nvSpPr>
        <p:spPr>
          <a:xfrm>
            <a:off x="10889380" y="5232133"/>
            <a:ext cx="263091" cy="179672"/>
          </a:xfrm>
          <a:custGeom>
            <a:avLst/>
            <a:gdLst>
              <a:gd name="csX0" fmla="*/ 0 w 263091"/>
              <a:gd name="csY0" fmla="*/ 0 h 179672"/>
              <a:gd name="csX1" fmla="*/ 192506 w 263091"/>
              <a:gd name="csY1" fmla="*/ 1 h 179672"/>
              <a:gd name="csX2" fmla="*/ 192506 w 263091"/>
              <a:gd name="csY2" fmla="*/ 179672 h 179672"/>
              <a:gd name="csX3" fmla="*/ 263091 w 263091"/>
              <a:gd name="csY3" fmla="*/ 179671 h 1796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3091" h="179672">
                <a:moveTo>
                  <a:pt x="0" y="0"/>
                </a:moveTo>
                <a:lnTo>
                  <a:pt x="192506" y="1"/>
                </a:lnTo>
                <a:lnTo>
                  <a:pt x="192506" y="179672"/>
                </a:lnTo>
                <a:lnTo>
                  <a:pt x="263091" y="179671"/>
                </a:lnTo>
              </a:path>
            </a:pathLst>
          </a:custGeom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8" name="284_path_arrow_0">
            <a:extLst>
              <a:ext uri="{FF2B5EF4-FFF2-40B4-BE49-F238E27FC236}">
                <a16:creationId xmlns:a16="http://schemas.microsoft.com/office/drawing/2014/main" id="{D32706BC-2916-540C-0B16-3C4EF1C99BD5}"/>
              </a:ext>
            </a:extLst>
          </p:cNvPr>
          <p:cNvSpPr/>
          <p:nvPr>
            <p:custDataLst>
              <p:tags r:id="rId387"/>
            </p:custDataLst>
          </p:nvPr>
        </p:nvSpPr>
        <p:spPr>
          <a:xfrm>
            <a:off x="11124947" y="5392555"/>
            <a:ext cx="51334" cy="38500"/>
          </a:xfrm>
          <a:custGeom>
            <a:avLst/>
            <a:gdLst>
              <a:gd name="csX0" fmla="*/ 51334 w 51334"/>
              <a:gd name="csY0" fmla="*/ 19249 h 38500"/>
              <a:gd name="csX1" fmla="*/ 0 w 51334"/>
              <a:gd name="csY1" fmla="*/ 38500 h 38500"/>
              <a:gd name="csX2" fmla="*/ 0 w 51334"/>
              <a:gd name="csY2" fmla="*/ 0 h 38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1334" h="38500">
                <a:moveTo>
                  <a:pt x="51334" y="19249"/>
                </a:moveTo>
                <a:lnTo>
                  <a:pt x="0" y="38500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9" name="285_path_0">
            <a:extLst>
              <a:ext uri="{FF2B5EF4-FFF2-40B4-BE49-F238E27FC236}">
                <a16:creationId xmlns:a16="http://schemas.microsoft.com/office/drawing/2014/main" id="{5FE08EF5-980A-F14D-3703-7046193A2D02}"/>
              </a:ext>
            </a:extLst>
          </p:cNvPr>
          <p:cNvSpPr>
            <a:spLocks/>
          </p:cNvSpPr>
          <p:nvPr>
            <p:custDataLst>
              <p:tags r:id="rId388"/>
            </p:custDataLst>
          </p:nvPr>
        </p:nvSpPr>
        <p:spPr>
          <a:xfrm>
            <a:off x="10395284" y="5232132"/>
            <a:ext cx="121921" cy="417095"/>
          </a:xfrm>
          <a:custGeom>
            <a:avLst/>
            <a:gdLst>
              <a:gd name="csX0" fmla="*/ 121921 w 121921"/>
              <a:gd name="csY0" fmla="*/ 0 h 417095"/>
              <a:gd name="csX1" fmla="*/ 121921 w 121921"/>
              <a:gd name="csY1" fmla="*/ 417095 h 417095"/>
              <a:gd name="csX2" fmla="*/ 0 w 121921"/>
              <a:gd name="csY2" fmla="*/ 417095 h 4170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921" h="417095">
                <a:moveTo>
                  <a:pt x="121921" y="0"/>
                </a:moveTo>
                <a:lnTo>
                  <a:pt x="121921" y="417095"/>
                </a:lnTo>
                <a:lnTo>
                  <a:pt x="0" y="417095"/>
                </a:lnTo>
              </a:path>
            </a:pathLst>
          </a:custGeom>
          <a:ln w="11430">
            <a:solidFill>
              <a:srgbClr val="C678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0" name="285_path_arrow_0">
            <a:extLst>
              <a:ext uri="{FF2B5EF4-FFF2-40B4-BE49-F238E27FC236}">
                <a16:creationId xmlns:a16="http://schemas.microsoft.com/office/drawing/2014/main" id="{29CA1DEC-E3AC-62E9-7E80-783AA28D8D58}"/>
              </a:ext>
            </a:extLst>
          </p:cNvPr>
          <p:cNvSpPr/>
          <p:nvPr>
            <p:custDataLst>
              <p:tags r:id="rId389"/>
            </p:custDataLst>
          </p:nvPr>
        </p:nvSpPr>
        <p:spPr>
          <a:xfrm>
            <a:off x="10371474" y="5629976"/>
            <a:ext cx="51335" cy="38501"/>
          </a:xfrm>
          <a:custGeom>
            <a:avLst/>
            <a:gdLst>
              <a:gd name="csX0" fmla="*/ 0 w 51335"/>
              <a:gd name="csY0" fmla="*/ 19250 h 38501"/>
              <a:gd name="csX1" fmla="*/ 51335 w 51335"/>
              <a:gd name="csY1" fmla="*/ 0 h 38501"/>
              <a:gd name="csX2" fmla="*/ 51335 w 51335"/>
              <a:gd name="csY2" fmla="*/ 38501 h 38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1335" h="38501">
                <a:moveTo>
                  <a:pt x="0" y="19250"/>
                </a:moveTo>
                <a:lnTo>
                  <a:pt x="51335" y="0"/>
                </a:lnTo>
                <a:lnTo>
                  <a:pt x="51335" y="38501"/>
                </a:lnTo>
                <a:close/>
              </a:path>
            </a:pathLst>
          </a:custGeom>
          <a:solidFill>
            <a:srgbClr val="C6782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1" name="286_path_0">
            <a:extLst>
              <a:ext uri="{FF2B5EF4-FFF2-40B4-BE49-F238E27FC236}">
                <a16:creationId xmlns:a16="http://schemas.microsoft.com/office/drawing/2014/main" id="{9AB6FC73-C385-4C69-2441-985890F47251}"/>
              </a:ext>
            </a:extLst>
          </p:cNvPr>
          <p:cNvSpPr>
            <a:spLocks/>
          </p:cNvSpPr>
          <p:nvPr>
            <p:custDataLst>
              <p:tags r:id="rId390"/>
            </p:custDataLst>
          </p:nvPr>
        </p:nvSpPr>
        <p:spPr>
          <a:xfrm>
            <a:off x="10703292" y="3826844"/>
            <a:ext cx="975360" cy="975360"/>
          </a:xfrm>
          <a:custGeom>
            <a:avLst/>
            <a:gdLst>
              <a:gd name="csX0" fmla="*/ 975360 w 975360"/>
              <a:gd name="csY0" fmla="*/ 0 h 975360"/>
              <a:gd name="csX1" fmla="*/ 975360 w 975360"/>
              <a:gd name="csY1" fmla="*/ 795689 h 975360"/>
              <a:gd name="csX2" fmla="*/ 0 w 975360"/>
              <a:gd name="csY2" fmla="*/ 795689 h 975360"/>
              <a:gd name="csX3" fmla="*/ 0 w 975360"/>
              <a:gd name="csY3" fmla="*/ 975360 h 975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75360" h="975360">
                <a:moveTo>
                  <a:pt x="975360" y="0"/>
                </a:moveTo>
                <a:lnTo>
                  <a:pt x="975360" y="795689"/>
                </a:lnTo>
                <a:lnTo>
                  <a:pt x="0" y="795689"/>
                </a:lnTo>
                <a:lnTo>
                  <a:pt x="0" y="975360"/>
                </a:lnTo>
              </a:path>
            </a:pathLst>
          </a:custGeom>
          <a:ln w="15240">
            <a:solidFill>
              <a:srgbClr val="238B8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286_path_arrow_0">
            <a:extLst>
              <a:ext uri="{FF2B5EF4-FFF2-40B4-BE49-F238E27FC236}">
                <a16:creationId xmlns:a16="http://schemas.microsoft.com/office/drawing/2014/main" id="{5040DC4D-9AFE-DD68-792D-AF9C2B26285C}"/>
              </a:ext>
            </a:extLst>
          </p:cNvPr>
          <p:cNvSpPr/>
          <p:nvPr>
            <p:custDataLst>
              <p:tags r:id="rId391"/>
            </p:custDataLst>
          </p:nvPr>
        </p:nvSpPr>
        <p:spPr>
          <a:xfrm>
            <a:off x="10676022" y="4741869"/>
            <a:ext cx="54542" cy="77002"/>
          </a:xfrm>
          <a:custGeom>
            <a:avLst/>
            <a:gdLst>
              <a:gd name="csX0" fmla="*/ 27271 w 54542"/>
              <a:gd name="csY0" fmla="*/ 77002 h 77002"/>
              <a:gd name="csX1" fmla="*/ 0 w 54542"/>
              <a:gd name="csY1" fmla="*/ 0 h 77002"/>
              <a:gd name="csX2" fmla="*/ 54542 w 54542"/>
              <a:gd name="csY2" fmla="*/ 0 h 77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42" h="77002">
                <a:moveTo>
                  <a:pt x="27271" y="77002"/>
                </a:moveTo>
                <a:lnTo>
                  <a:pt x="0" y="0"/>
                </a:lnTo>
                <a:lnTo>
                  <a:pt x="54542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287_path_0">
            <a:extLst>
              <a:ext uri="{FF2B5EF4-FFF2-40B4-BE49-F238E27FC236}">
                <a16:creationId xmlns:a16="http://schemas.microsoft.com/office/drawing/2014/main" id="{F279DFE9-E805-0415-1626-99BE36A9351D}"/>
              </a:ext>
            </a:extLst>
          </p:cNvPr>
          <p:cNvSpPr>
            <a:spLocks/>
          </p:cNvSpPr>
          <p:nvPr>
            <p:custDataLst>
              <p:tags r:id="rId392"/>
            </p:custDataLst>
          </p:nvPr>
        </p:nvSpPr>
        <p:spPr>
          <a:xfrm>
            <a:off x="6224336" y="5148714"/>
            <a:ext cx="3477929" cy="744354"/>
          </a:xfrm>
          <a:custGeom>
            <a:avLst/>
            <a:gdLst>
              <a:gd name="csX0" fmla="*/ 0 w 3477929"/>
              <a:gd name="csY0" fmla="*/ 0 h 744354"/>
              <a:gd name="csX1" fmla="*/ 243841 w 3477929"/>
              <a:gd name="csY1" fmla="*/ 1 h 744354"/>
              <a:gd name="csX2" fmla="*/ 243841 w 3477929"/>
              <a:gd name="csY2" fmla="*/ 744354 h 744354"/>
              <a:gd name="csX3" fmla="*/ 3285424 w 3477929"/>
              <a:gd name="csY3" fmla="*/ 744353 h 744354"/>
              <a:gd name="csX4" fmla="*/ 3285424 w 3477929"/>
              <a:gd name="csY4" fmla="*/ 500513 h 744354"/>
              <a:gd name="csX5" fmla="*/ 3477929 w 3477929"/>
              <a:gd name="csY5" fmla="*/ 500513 h 7443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7929" h="744354">
                <a:moveTo>
                  <a:pt x="0" y="0"/>
                </a:moveTo>
                <a:lnTo>
                  <a:pt x="243841" y="1"/>
                </a:lnTo>
                <a:lnTo>
                  <a:pt x="243841" y="744354"/>
                </a:lnTo>
                <a:lnTo>
                  <a:pt x="3285424" y="744353"/>
                </a:lnTo>
                <a:lnTo>
                  <a:pt x="3285424" y="500513"/>
                </a:lnTo>
                <a:lnTo>
                  <a:pt x="3477929" y="500513"/>
                </a:lnTo>
              </a:path>
            </a:pathLst>
          </a:custGeom>
          <a:ln w="15240">
            <a:solidFill>
              <a:srgbClr val="C678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287_path_arrow_0">
            <a:extLst>
              <a:ext uri="{FF2B5EF4-FFF2-40B4-BE49-F238E27FC236}">
                <a16:creationId xmlns:a16="http://schemas.microsoft.com/office/drawing/2014/main" id="{335619BD-C283-3D28-53EE-94954CC410C6}"/>
              </a:ext>
            </a:extLst>
          </p:cNvPr>
          <p:cNvSpPr/>
          <p:nvPr>
            <p:custDataLst>
              <p:tags r:id="rId393"/>
            </p:custDataLst>
          </p:nvPr>
        </p:nvSpPr>
        <p:spPr>
          <a:xfrm>
            <a:off x="9653836" y="5621956"/>
            <a:ext cx="77002" cy="54543"/>
          </a:xfrm>
          <a:custGeom>
            <a:avLst/>
            <a:gdLst>
              <a:gd name="csX0" fmla="*/ 77002 w 77002"/>
              <a:gd name="csY0" fmla="*/ 27271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1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C6782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288_line_0">
            <a:extLst>
              <a:ext uri="{FF2B5EF4-FFF2-40B4-BE49-F238E27FC236}">
                <a16:creationId xmlns:a16="http://schemas.microsoft.com/office/drawing/2014/main" id="{28F9734F-C031-D069-F9C7-76AC6CE82559}"/>
              </a:ext>
            </a:extLst>
          </p:cNvPr>
          <p:cNvSpPr/>
          <p:nvPr>
            <p:custDataLst>
              <p:tags r:id="rId394"/>
            </p:custDataLst>
          </p:nvPr>
        </p:nvSpPr>
        <p:spPr>
          <a:xfrm>
            <a:off x="308008" y="6213909"/>
            <a:ext cx="320844" cy="1"/>
          </a:xfrm>
          <a:custGeom>
            <a:avLst/>
            <a:gdLst/>
            <a:ahLst/>
            <a:cxnLst/>
            <a:rect l="0" t="0" r="0" b="0"/>
            <a:pathLst>
              <a:path w="320844" h="1">
                <a:moveTo>
                  <a:pt x="0" y="0"/>
                </a:moveTo>
                <a:lnTo>
                  <a:pt x="320843" y="0"/>
                </a:lnTo>
              </a:path>
            </a:pathLst>
          </a:custGeom>
          <a:ln w="32084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PN_text_289_text">
            <a:extLst>
              <a:ext uri="{FF2B5EF4-FFF2-40B4-BE49-F238E27FC236}">
                <a16:creationId xmlns:a16="http://schemas.microsoft.com/office/drawing/2014/main" id="{8C58372C-30DF-377D-4EE0-A44C9401BAFF}"/>
              </a:ext>
            </a:extLst>
          </p:cNvPr>
          <p:cNvSpPr txBox="1"/>
          <p:nvPr>
            <p:custDataLst>
              <p:tags r:id="rId395"/>
            </p:custDataLst>
          </p:nvPr>
        </p:nvSpPr>
        <p:spPr>
          <a:xfrm>
            <a:off x="705853" y="6154297"/>
            <a:ext cx="658368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primary path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6" name="290_line_0">
            <a:extLst>
              <a:ext uri="{FF2B5EF4-FFF2-40B4-BE49-F238E27FC236}">
                <a16:creationId xmlns:a16="http://schemas.microsoft.com/office/drawing/2014/main" id="{D65DA246-BCFF-5E3B-3EC6-743990235852}"/>
              </a:ext>
            </a:extLst>
          </p:cNvPr>
          <p:cNvSpPr/>
          <p:nvPr>
            <p:custDataLst>
              <p:tags r:id="rId396"/>
            </p:custDataLst>
          </p:nvPr>
        </p:nvSpPr>
        <p:spPr>
          <a:xfrm>
            <a:off x="2014888" y="6213909"/>
            <a:ext cx="320843" cy="1"/>
          </a:xfrm>
          <a:custGeom>
            <a:avLst/>
            <a:gdLst/>
            <a:ahLst/>
            <a:cxnLst/>
            <a:rect l="0" t="0" r="0" b="0"/>
            <a:pathLst>
              <a:path w="320843" h="1">
                <a:moveTo>
                  <a:pt x="0" y="0"/>
                </a:moveTo>
                <a:lnTo>
                  <a:pt x="320842" y="0"/>
                </a:lnTo>
              </a:path>
            </a:pathLst>
          </a:custGeom>
          <a:ln w="32084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PN_text_291_text">
            <a:extLst>
              <a:ext uri="{FF2B5EF4-FFF2-40B4-BE49-F238E27FC236}">
                <a16:creationId xmlns:a16="http://schemas.microsoft.com/office/drawing/2014/main" id="{C87CE2B4-5E8D-CD52-324E-F53B5D45332D}"/>
              </a:ext>
            </a:extLst>
          </p:cNvPr>
          <p:cNvSpPr txBox="1"/>
          <p:nvPr>
            <p:custDataLst>
              <p:tags r:id="rId397"/>
            </p:custDataLst>
          </p:nvPr>
        </p:nvSpPr>
        <p:spPr>
          <a:xfrm>
            <a:off x="2412733" y="6154297"/>
            <a:ext cx="1369354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optional/development layer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7" name="292_line_0">
            <a:extLst>
              <a:ext uri="{FF2B5EF4-FFF2-40B4-BE49-F238E27FC236}">
                <a16:creationId xmlns:a16="http://schemas.microsoft.com/office/drawing/2014/main" id="{2E5BD356-6AD2-ED26-E49D-0F10C255A8F4}"/>
              </a:ext>
            </a:extLst>
          </p:cNvPr>
          <p:cNvSpPr/>
          <p:nvPr>
            <p:custDataLst>
              <p:tags r:id="rId398"/>
            </p:custDataLst>
          </p:nvPr>
        </p:nvSpPr>
        <p:spPr>
          <a:xfrm>
            <a:off x="4780547" y="6213909"/>
            <a:ext cx="320843" cy="1"/>
          </a:xfrm>
          <a:custGeom>
            <a:avLst/>
            <a:gdLst/>
            <a:ahLst/>
            <a:cxnLst/>
            <a:rect l="0" t="0" r="0" b="0"/>
            <a:pathLst>
              <a:path w="320843" h="1">
                <a:moveTo>
                  <a:pt x="0" y="0"/>
                </a:moveTo>
                <a:lnTo>
                  <a:pt x="320842" y="0"/>
                </a:lnTo>
              </a:path>
            </a:pathLst>
          </a:custGeom>
          <a:ln w="32084">
            <a:solidFill>
              <a:srgbClr val="C678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PN_text_293_text">
            <a:extLst>
              <a:ext uri="{FF2B5EF4-FFF2-40B4-BE49-F238E27FC236}">
                <a16:creationId xmlns:a16="http://schemas.microsoft.com/office/drawing/2014/main" id="{D415CA6C-6938-5E21-D743-F3D08B712DBB}"/>
              </a:ext>
            </a:extLst>
          </p:cNvPr>
          <p:cNvSpPr txBox="1"/>
          <p:nvPr>
            <p:custDataLst>
              <p:tags r:id="rId399"/>
            </p:custDataLst>
          </p:nvPr>
        </p:nvSpPr>
        <p:spPr>
          <a:xfrm>
            <a:off x="5178392" y="6154297"/>
            <a:ext cx="711628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exact fallback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1" name="PN_text_294_text">
            <a:extLst>
              <a:ext uri="{FF2B5EF4-FFF2-40B4-BE49-F238E27FC236}">
                <a16:creationId xmlns:a16="http://schemas.microsoft.com/office/drawing/2014/main" id="{D33F07A9-5FC1-38F3-C55E-B327BB4C632C}"/>
              </a:ext>
            </a:extLst>
          </p:cNvPr>
          <p:cNvSpPr txBox="1"/>
          <p:nvPr>
            <p:custDataLst>
              <p:tags r:id="rId400"/>
            </p:custDataLst>
          </p:nvPr>
        </p:nvSpPr>
        <p:spPr>
          <a:xfrm>
            <a:off x="9459709" y="6154297"/>
            <a:ext cx="2398616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r"/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⊕ addition · × shrinkage · S</a:t>
            </a:r>
            <a:r>
              <a:rPr lang="en-US" altLang="zh-CN" sz="1011" baseline="-19500">
                <a:solidFill>
                  <a:srgbClr val="52606D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 usable modality set</a:t>
            </a:r>
            <a:endParaRPr lang="zh-CN" altLang="en-US" sz="96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" name="011_path_0">
            <a:extLst>
              <a:ext uri="{FF2B5EF4-FFF2-40B4-BE49-F238E27FC236}">
                <a16:creationId xmlns:a16="http://schemas.microsoft.com/office/drawing/2014/main" id="{17766198-6697-9713-5802-76762A5F1A31}"/>
              </a:ext>
            </a:extLst>
          </p:cNvPr>
          <p:cNvSpPr>
            <a:spLocks/>
          </p:cNvSpPr>
          <p:nvPr>
            <p:custDataLst>
              <p:tags r:id="rId401"/>
            </p:custDataLst>
          </p:nvPr>
        </p:nvSpPr>
        <p:spPr>
          <a:xfrm>
            <a:off x="2637322" y="1991627"/>
            <a:ext cx="660936" cy="1090865"/>
          </a:xfrm>
          <a:custGeom>
            <a:avLst/>
            <a:gdLst/>
            <a:ahLst/>
            <a:cxnLst/>
            <a:rect l="0" t="0" r="0" b="0"/>
            <a:pathLst>
              <a:path w="660936" h="1090865">
                <a:moveTo>
                  <a:pt x="0" y="1090864"/>
                </a:moveTo>
                <a:lnTo>
                  <a:pt x="340093" y="1090864"/>
                </a:lnTo>
                <a:lnTo>
                  <a:pt x="340093" y="0"/>
                </a:lnTo>
                <a:lnTo>
                  <a:pt x="660935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011_path_arrow_0">
            <a:extLst>
              <a:ext uri="{FF2B5EF4-FFF2-40B4-BE49-F238E27FC236}">
                <a16:creationId xmlns:a16="http://schemas.microsoft.com/office/drawing/2014/main" id="{2BABB766-F45D-5F67-2E63-9B732E91269D}"/>
              </a:ext>
            </a:extLst>
          </p:cNvPr>
          <p:cNvSpPr/>
          <p:nvPr>
            <p:custDataLst>
              <p:tags r:id="rId402"/>
            </p:custDataLst>
          </p:nvPr>
        </p:nvSpPr>
        <p:spPr>
          <a:xfrm>
            <a:off x="3221255" y="1964357"/>
            <a:ext cx="77002" cy="54542"/>
          </a:xfrm>
          <a:custGeom>
            <a:avLst/>
            <a:gdLst>
              <a:gd name="csX0" fmla="*/ 77002 w 77002"/>
              <a:gd name="csY0" fmla="*/ 27270 h 54542"/>
              <a:gd name="csX1" fmla="*/ 0 w 77002"/>
              <a:gd name="csY1" fmla="*/ 54542 h 54542"/>
              <a:gd name="csX2" fmla="*/ 0 w 77002"/>
              <a:gd name="csY2" fmla="*/ 0 h 54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2">
                <a:moveTo>
                  <a:pt x="77002" y="27270"/>
                </a:moveTo>
                <a:lnTo>
                  <a:pt x="0" y="54542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012_path_0">
            <a:extLst>
              <a:ext uri="{FF2B5EF4-FFF2-40B4-BE49-F238E27FC236}">
                <a16:creationId xmlns:a16="http://schemas.microsoft.com/office/drawing/2014/main" id="{D20E1923-C7BD-E834-5A94-B95AE00C902A}"/>
              </a:ext>
            </a:extLst>
          </p:cNvPr>
          <p:cNvSpPr>
            <a:spLocks/>
          </p:cNvSpPr>
          <p:nvPr>
            <p:custDataLst>
              <p:tags r:id="rId403"/>
            </p:custDataLst>
          </p:nvPr>
        </p:nvSpPr>
        <p:spPr>
          <a:xfrm>
            <a:off x="2637322" y="2966987"/>
            <a:ext cx="660936" cy="789273"/>
          </a:xfrm>
          <a:custGeom>
            <a:avLst/>
            <a:gdLst/>
            <a:ahLst/>
            <a:cxnLst/>
            <a:rect l="0" t="0" r="0" b="0"/>
            <a:pathLst>
              <a:path w="660936" h="789273">
                <a:moveTo>
                  <a:pt x="0" y="789272"/>
                </a:moveTo>
                <a:lnTo>
                  <a:pt x="372177" y="789272"/>
                </a:lnTo>
                <a:lnTo>
                  <a:pt x="372177" y="0"/>
                </a:lnTo>
                <a:lnTo>
                  <a:pt x="660935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012_path_arrow_0">
            <a:extLst>
              <a:ext uri="{FF2B5EF4-FFF2-40B4-BE49-F238E27FC236}">
                <a16:creationId xmlns:a16="http://schemas.microsoft.com/office/drawing/2014/main" id="{0D8A892C-EA70-D682-F23E-EA283BA184CC}"/>
              </a:ext>
            </a:extLst>
          </p:cNvPr>
          <p:cNvSpPr/>
          <p:nvPr>
            <p:custDataLst>
              <p:tags r:id="rId404"/>
            </p:custDataLst>
          </p:nvPr>
        </p:nvSpPr>
        <p:spPr>
          <a:xfrm>
            <a:off x="3254596" y="2949242"/>
            <a:ext cx="77002" cy="54543"/>
          </a:xfrm>
          <a:custGeom>
            <a:avLst/>
            <a:gdLst>
              <a:gd name="csX0" fmla="*/ 77002 w 77002"/>
              <a:gd name="csY0" fmla="*/ 27270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013_path_0">
            <a:extLst>
              <a:ext uri="{FF2B5EF4-FFF2-40B4-BE49-F238E27FC236}">
                <a16:creationId xmlns:a16="http://schemas.microsoft.com/office/drawing/2014/main" id="{405CF422-2E15-B79E-76F3-AB12C5CADA99}"/>
              </a:ext>
            </a:extLst>
          </p:cNvPr>
          <p:cNvSpPr>
            <a:spLocks/>
          </p:cNvSpPr>
          <p:nvPr>
            <p:custDataLst>
              <p:tags r:id="rId405"/>
            </p:custDataLst>
          </p:nvPr>
        </p:nvSpPr>
        <p:spPr>
          <a:xfrm>
            <a:off x="2637322" y="3942347"/>
            <a:ext cx="660936" cy="487681"/>
          </a:xfrm>
          <a:custGeom>
            <a:avLst/>
            <a:gdLst/>
            <a:ahLst/>
            <a:cxnLst/>
            <a:rect l="0" t="0" r="0" b="0"/>
            <a:pathLst>
              <a:path w="660936" h="487681">
                <a:moveTo>
                  <a:pt x="0" y="487680"/>
                </a:moveTo>
                <a:lnTo>
                  <a:pt x="404261" y="487680"/>
                </a:lnTo>
                <a:lnTo>
                  <a:pt x="404261" y="0"/>
                </a:lnTo>
                <a:lnTo>
                  <a:pt x="660935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013_path_arrow_0">
            <a:extLst>
              <a:ext uri="{FF2B5EF4-FFF2-40B4-BE49-F238E27FC236}">
                <a16:creationId xmlns:a16="http://schemas.microsoft.com/office/drawing/2014/main" id="{431F43FC-2755-0D4D-940B-91A24A38DBA4}"/>
              </a:ext>
            </a:extLst>
          </p:cNvPr>
          <p:cNvSpPr/>
          <p:nvPr>
            <p:custDataLst>
              <p:tags r:id="rId406"/>
            </p:custDataLst>
          </p:nvPr>
        </p:nvSpPr>
        <p:spPr>
          <a:xfrm>
            <a:off x="3245069" y="3915077"/>
            <a:ext cx="77002" cy="54542"/>
          </a:xfrm>
          <a:custGeom>
            <a:avLst/>
            <a:gdLst>
              <a:gd name="csX0" fmla="*/ 77002 w 77002"/>
              <a:gd name="csY0" fmla="*/ 27270 h 54542"/>
              <a:gd name="csX1" fmla="*/ 0 w 77002"/>
              <a:gd name="csY1" fmla="*/ 54542 h 54542"/>
              <a:gd name="csX2" fmla="*/ 0 w 77002"/>
              <a:gd name="csY2" fmla="*/ 0 h 54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2">
                <a:moveTo>
                  <a:pt x="77002" y="27270"/>
                </a:moveTo>
                <a:lnTo>
                  <a:pt x="0" y="54542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1" name="269_path_arrow_0">
            <a:extLst>
              <a:ext uri="{FF2B5EF4-FFF2-40B4-BE49-F238E27FC236}">
                <a16:creationId xmlns:a16="http://schemas.microsoft.com/office/drawing/2014/main" id="{EBB57B18-6719-AAFF-07EC-D4AA05C4ADFA}"/>
              </a:ext>
            </a:extLst>
          </p:cNvPr>
          <p:cNvSpPr/>
          <p:nvPr>
            <p:custDataLst>
              <p:tags r:id="rId407"/>
            </p:custDataLst>
          </p:nvPr>
        </p:nvSpPr>
        <p:spPr>
          <a:xfrm>
            <a:off x="10377282" y="5110212"/>
            <a:ext cx="51335" cy="38502"/>
          </a:xfrm>
          <a:custGeom>
            <a:avLst/>
            <a:gdLst>
              <a:gd name="csX0" fmla="*/ 51335 w 51335"/>
              <a:gd name="csY0" fmla="*/ 19251 h 38502"/>
              <a:gd name="csX1" fmla="*/ 0 w 51335"/>
              <a:gd name="csY1" fmla="*/ 38502 h 38502"/>
              <a:gd name="csX2" fmla="*/ 1 w 51335"/>
              <a:gd name="csY2" fmla="*/ 0 h 38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1335" h="38502">
                <a:moveTo>
                  <a:pt x="51335" y="19251"/>
                </a:moveTo>
                <a:lnTo>
                  <a:pt x="0" y="38502"/>
                </a:lnTo>
                <a:lnTo>
                  <a:pt x="1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21326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VG_NATIVE_COMPLETE" val="V1"/>
  <p:tag name="SVG_MATH_SIZE" val="V1"/>
  <p:tag name="PPT_NATIVE_PATCH_006A246F1F221407783CEFCF" val="CCD844F29A50441639C41A079E36D749DC450602A07FE8D4C4D4DE920BA19D72"/>
  <p:tag name="PPT_NATIVE_PATCH_E2056634AFBAFA5DC9A3DA03" val="2010944691D81E75DCB2137E6D7273508E3AD38AED7F933138BD9E360BCC54DE"/>
  <p:tag name="PPT_NATIVE_PATCH_F9CD4E99F3FF2B0BACBC89BD" val="3B6824805480C9A8BEE474E61163D6604FB4AAEB57545B919F5D75C4C98451B3"/>
  <p:tag name="PPT_NATIVE_PATCH_62B2029A4BE153545A5FDC46" val="8138126F306041BA06FEE44408A630CF3BAD941C9A17EDD382D0BD051E09F2CE"/>
  <p:tag name="PPT_NATIVE_PATCH_C88D134065D7B1AA8CCD6B42" val="A880FB826701A9C810A4C440C98F0DBA25CE8FCE349C635F61EF4D9F8D8B1941"/>
  <p:tag name="PPT_NATIVE_PATCH_E502C474E512313FD6BBAE03" val="B170A4E82540331C162470A47F3EAC1064B64AA5621A5AC6E6C6DF13BE6FD49D"/>
  <p:tag name="PPT_NATIVE_PATCH_B6E8B5DF3A0FDCDFDD24FF28" val="B8A369762FCC08D66C09E20F1F7A002311A66CF31A467AD6A67C28F216E19B91"/>
  <p:tag name="PPT_NATIVE_PATCH_29A823F464515390D123D989" val="9104F66C15037EFE3B37D508EDFD1F7B41CED73A07E94DD296D1E77C480187AC"/>
  <p:tag name="PPT_NATIVE_PATCH_63B6EFA3CF5942B1428CC6B9" val="49E95F04AFFDB91FB5A543AEF228ED36F74213313F14210BE73A992563051449"/>
  <p:tag name="PPT_NATIVE_PATCH_F43DBC1E38E0532293D0EF6F" val="FC28767D7E85609D00DBF9A990BD0178FD226530BE13EA62A0F02EA44C2A48D7"/>
  <p:tag name="PPT_NATIVE_PATCH_DA81E16E6EA7970AEA515FC2" val="C0A3A7153D391806BBE800A600CFEA8B0216AFC2F4637A278E1041D78343475A"/>
  <p:tag name="PPT_NATIVE_PATCH_F25CBF6E2A683FE5AAE5C692" val="79B94A6CAE53598B94663A5A3AB7FC0134143D280D7670F7817E3967CB5BE62F"/>
  <p:tag name="PPT_NATIVE_PATCH_2280DF449E29BDADE58ADCB4" val="93F110E81A9A7BD83DB20504A4DD1DC1EA901878EEB80289039BBDC4F5860FB4"/>
  <p:tag name="PPT_NATIVE_PATCH_B43DBFC34645D0D222C42677" val="5FE62071A335E41D689F367C0F4935711E4229B95A249EBDB780B040E7E099DA"/>
  <p:tag name="PPT_NATIVE_PATCH_A15CA996DD24D907415468AD" val="2C35B0493CAC8DF969762873BE749E7422ADB35F5D1253A358641C629D597C03"/>
  <p:tag name="PPT_NATIVE_PATCH_805B68FA86C8C32C293B8A0F" val="2B44989320A844BCCF31800F00DE86DCAABAAE39854D00DD36A79D520D0EBF02"/>
  <p:tag name="PPT_NATIVE_PATCH_87AAD8FF6A1E4EFE7345E5FE" val="6DDE8D61B1CFFC35F5F21A53A17C8A888B35914BB85319D6302EB12E54B063F2"/>
  <p:tag name="PPT_NATIVE_PATCH_BA32017CD088DBAA076DF052" val="5D99CFB2CA1AD0070FE5D15707E54511115170024A918BE2D6E1E1608ECABC9A"/>
  <p:tag name="PPT_NATIVE_PATCH_72CE3BB20F010D2D493A85FC" val="1EC11386506FBC07A6CF3238651D8AB6A540AC8D24186B87116143073042E2B8"/>
  <p:tag name="PPT_NATIVE_PATCH_FC5EC33F06E1BE96F26D58E2" val="C015647561168B63A5D9B99A8AE5A0289FB2DF5A71C52E6C77A0F509A4F769A1"/>
  <p:tag name="PPT_NATIVE_PATCH_74D2D3FA09B6E7024D3F8CCC" val="2D12481E27D852E23BF8EE4C1C8FABC21E368EE931C42579C54AFF6D5EBD00C8"/>
  <p:tag name="PPT_NATIVE_PATCH_4AEC4209337139B85F6A0FC6" val="4B7A139A5EBCB66EE1F1BF8E29FAF13379CE0F6E0A5BF9D4A0B8AF881D783D57"/>
  <p:tag name="PPT_NATIVE_PATCH_8FE72EAC717AE4DF0CF59F1F" val="824303BFA5AEC78DB657AD74E9239B0EBD59031239DAA56BDA5B5421DAF68597"/>
  <p:tag name="PPT_NATIVE_PATCH_FD3D9999636B86291A3288FC" val="8B2F01F10B87EDAC39AF880C12CF872EF2D644A6C31C751170224ADB4C2CF9D6"/>
  <p:tag name="PPT_NATIVE_PATCH_C9C46F00874B31E43C576A2C" val="E6FBCCB4753A27D1B4279ED112D5D0BF255A3D506B0FE3382CD5418DEC19D0A5"/>
  <p:tag name="PPT_NATIVE_PATCH_596BCE898D85BCD989F0C79C" val="E2DCF9C7492AA2163DB89C5C23DE77D547F8E2E76A6419AAB416C4A9BDFCFEFB"/>
  <p:tag name="PPT_NATIVE_PATCH_9083234B8D67A53298F8A1AF" val="6A6D092A0597900673C45EC9B238AE8B97C4C128FAEB40B35557793C2FD5C645"/>
  <p:tag name="PPT_NATIVE_PATCH_60102E6BF78DBF2808F4AED1" val="77DFF4A5C57DB3C3CBC24FAE18DD4F99A91EB07102B8F1774A112FED8F9630B6"/>
  <p:tag name="PPT_NATIVE_PATCH_9E9329E81433745C940781C6" val="D63A13BA00CA30542544C291F6020E7A5AB7887533E1E6375D82D8C276E7E437"/>
  <p:tag name="PPT_NATIVE_PATCH_5AE7CFEAB6509B948CB9A317" val="B32FDF89B1B563CFDEFE1D10B6E53738EFFC3A098955A81F4B48D18F7D8B23A3"/>
  <p:tag name="PPT_NATIVE_PATCH_7D423A5D47ADEA490B16BAA6" val="F1A6678FA804A855B50F2336E6569A517D79E73C10A20D50D8A05F56DB04BE76"/>
  <p:tag name="PPT_NATIVE_PATCH_9EEF8D4AA139ABA03DC9A66B" val="3E8F9BDFCB51A0869F04637C7F192DBDD71ACFD53E931A1FD6A7A77A3EBD0985"/>
  <p:tag name="PPT_NATIVE_PATCH_8528A53F43EDBC016D498B72" val="CEFA00D31ACF27D21818D7D016EE08CF38F0EB3579A7A19676D23A107FB9B5A3"/>
  <p:tag name="PPT_NATIVE_PATCH_0B5FBEFED798C6B4C9469D8E" val="7449BDF4C4F55E5509669AC2DF15F4AB080C21DE61F668575168C2755B39C729"/>
  <p:tag name="PPT_NATIVE_PATCH_ADE9149E678B8538C3A82A27" val="E4A9106232B7549E3B4B15E3E00B2486E29F0CE3926D18C1C759486D5DC29B34"/>
  <p:tag name="PPT_NATIVE_PATCH_97EE27A20BCBF23F4D9CDEFB" val="A057CCC277AE77110EA5604754246CE0F8F3C8927C6AE198FEC03482321523CC"/>
  <p:tag name="PPT_NATIVE_PATCH_910B017A034E9211DFDE6A55" val="B4F05714DF3D78BB909B6D37EBBD57C27553D6222F895A5A289B343E2BFE5E82"/>
  <p:tag name="PPT_NATIVE_PATCH_9548A36D859EE38F514B25EB" val="8CB1AF844CE8F3D4891B9BCDC7AF3B7C9E98C544304DF34BF5898F3572AFDE71"/>
  <p:tag name="PPT_NATIVE_PATCH_75407ABAF7E9ECF9E5EE8A36" val="599573C5CB3E060F67D114238E673F8413195B274C79AF33020A3F225BE19C41"/>
  <p:tag name="PPT_NATIVE_PATCH_3E1789F58C2EA5CFCC5F4036" val="4785EEC28FA7C8180F0E369DBBCDA43D1F11E4BCA289A127B399630A0912E7D5"/>
  <p:tag name="PPT_NATIVE_PATCH_FC5F304857B860C893C98663" val="EBDE9D6C5F77A1D97A27334D72D45F2AC36EFEA4347A6F131BDB50E20147BC4D"/>
  <p:tag name="PPT_NATIVE_PATCH_4BD417A7E1AE10F8F6DABDE4" val="5B5F5FC6040092716D3E9EE109B50415D18FFE93F8BC74BA845569818B8F3513"/>
  <p:tag name="PPT_NATIVE_PATCH_0CBB67F56614027E6FC9303C" val="2C812101F07E9240DA1B156049196E874B713B8329E788D9A83B60396D9CA4E9"/>
  <p:tag name="PPT_NATIVE_PATCH_AB80F5BAA4DE4498A6DECFEE" val="CBCDF067E516051562A9EEDAAC69CA03953FA8819A9102ABB07C6545BF061E8D"/>
  <p:tag name="PPT_NATIVE_PATCH_74EF9B58FA8BE6F57626CC69" val="B8A15C76ECC2A0E17CE2A6D4343E825ED1BBED056159EA4F5C0627AE124EB724"/>
  <p:tag name="PPT_NATIVE_PATCH_26E729FE3CAFC68B4733A197" val="0AF7CBC72185AAC72556A8B4D8667AFB5747D9133CBED761C6CBE230B19D81F9"/>
  <p:tag name="PPT_NATIVE_PATCH_9AC603EEC33B2E116514E3DF" val="18B987F1FA6A604731CF2B71810667D4A14A410D47572DAC26A6A31ECA378E4D"/>
  <p:tag name="PPT_NATIVE_PATCH_AB0CBF41F9BB60B0459E705A" val="DB0F6FDD18A797E7EA1C6CC14FBBA8502766BF19C82EC8589C4B51D36EEDFAC0"/>
  <p:tag name="PPT_NATIVE_PATCH_BE265C04D74F8F69E39274B5" val="E03DCE478A505E3769DF921278F5005EF7A83629B96EB1FAB0C1DAA8090B18DE"/>
  <p:tag name="PPT_NATIVE_PATCH_25FF2686785045954C6F564D" val="FD04C190F5C5F85E518B277B39C925D7FBC9978D50DFF71183DF2AA547ACED9E"/>
  <p:tag name="PPT_NATIVE_PATCH_E98BDCA843B8C0749E4741FD" val="C34939303DE702E829BE2EE0B6C80C60815408F9C92EE0B43908D4DAD8BC3EDE"/>
  <p:tag name="PPT_NATIVE_PATCH_7057530F9739474428349B02" val="77DA889C86C279ABCC016F4AE5A3471AA4598EA4A28BE2FC5F845F5427675731"/>
  <p:tag name="PPT_NATIVE_PATCH_AA267FDAEE5718D12AFC2D00" val="B3EBC98B235345D6257636606E043D8BDE465E52F971D306441277591E26DA27"/>
  <p:tag name="PPT_NATIVE_PATCH_EE2AF05E8824495AE9AA138C" val="83F9B2D7C591457ADA05CB1AA9D367605F48CCEC1D5AFB7F95C160DCA221E559"/>
  <p:tag name="PPT_NATIVE_PATCH_A89AF52B230E963FC183582B" val="164A0AF5A9BA0DAB60163660330652A8749CD2735B323F9E0512042954D9DADB"/>
  <p:tag name="PPT_NATIVE_PATCH_38A001B0795088204FACC6F8" val="9338A412BBE0995902DE4FC1158A9967B1EEE5406729E2F74C22037105586018"/>
  <p:tag name="PPT_NATIVE_PATCH_0478756AC0C1F8B43DFF41EE" val="E6D2FE3BADB342A2848EDF9CD3E3D204EFF67A363919C7D15F296677C5354368"/>
  <p:tag name="PPT_NATIVE_PATCH_F2F81E71CFE22097D2BDB227" val="0BF21D78E204CAC48AF6855F62792D153D244B3F141C033904EB7279D16CEF4D"/>
  <p:tag name="PPT_NATIVE_PATCH_4A9070CA7168EC60717128D4" val="E4214CEFC3B79AFDB76343E68757CF3E807D04AAF0785B0452EA6FB0C0FB6879"/>
  <p:tag name="PPT_NATIVE_PATCH_7FEC6834DA7D14CA854498B7" val="B1B19174E8D61CBA290EB837625D4A0FEA4B42AE4444AFDAF6ABD1893F2FF4AE"/>
  <p:tag name="PPT_NATIVE_PATCH_C17BF5901B092659E1BAC4AF" val="2F938DD2108980CAA839B695D215F9007647B7DBD68ADD3FC47BDA0BD6C34BAE"/>
  <p:tag name="PPT_NATIVE_PATCH_737E37EB5897750A571B9F24" val="0616E558D2F01F2486429D366CE925A7B62A2AC6AE2399933FFA5EDF6D6FDD99"/>
  <p:tag name="PPT_NATIVE_PATCH_6EA11D5FB45C57C20D8D7569" val="2AFD79A427C3933FA8DA3394626418320C7F084C8E59E0F93E60B165334B2947"/>
  <p:tag name="PPT_NATIVE_PATCH_F1BA11678AA385BF1A17340A" val="E462EB68962A06CE6F27A2455C4E0B62B138CC809765231D990A6BE8BDC06FBE"/>
  <p:tag name="PPT_NATIVE_PATCH_BF1ED6519EA1BDE822F49784" val="030AFFBA6FED0579C9965BBA187B5AB77A368FDAF185188414D64FC1484C40EB"/>
  <p:tag name="PPT_NATIVE_PATCH_9A82D0C47377F9C34A132D31" val="783B2CD64A1411268DEF88B595E31AD4ABE0BA8336A7F44151C819EBD71213C1"/>
  <p:tag name="PPT_NATIVE_PATCH_19785DDD0B6E0913A7DCA9EE" val="566E8465E8AEFB09543499A2C4C0369DD3B7C961224F496B79C5CD509808F5A4"/>
  <p:tag name="PPT_NATIVE_PATCH_1894551E977DDF53A435A401" val="C9B05B55B14EA474A0E40BA5E0BF27A1BF9CCB37B52309CDF3DFE1A615616C4C"/>
  <p:tag name="PPT_NATIVE_PATCH_ABB711C2621D6CE7A2FEA4FF" val="01C303F3E54EEF3B3AE13623EA82CC1F98AED63C624CBE0D7BE336EC2C5A62E5"/>
  <p:tag name="PPT_NATIVE_PATCH_4A248B965BC137A1041A277B" val="2F7B46DEB898BD93650C016BF78D4F89C54A343A29931602D25D9CD2A835A2C8"/>
  <p:tag name="PPT_NATIVE_PATCH_0806D44B5FF165DDE2908979" val="51F47C5657A80BBBBA91C0EBD639F72D09DF1C43209A04FB7F7C6D24A73420D5"/>
  <p:tag name="PPT_NATIVE_PATCH_D5A2BD6B7EEA4244214B1D94" val="6CD2C865E39B526FD88E686B859E7B70E5B2CE6BB3086AD360EB3F9CAEEC5F54"/>
  <p:tag name="PPT_NATIVE_PATCH_B18A053AF48DD57AD20E163F" val="8341A1F106A4D289B98F3C4C22EB8A8D111B2B218365155580FB9F284ED5045A"/>
  <p:tag name="PPT_NATIVE_PATCH_4BA7BD706BCAB9591731641D" val="6BFCBE56871B99DEEDDAC44480C31A9F6E3B90166EBF345A3A22FD531AF2572F"/>
  <p:tag name="PPT_NATIVE_PATCH_F9A12AA66ABAA8AA1C7B4E15" val="5F23725A391144429ABAFB5AB7E973CD1CF56043F40689D800BC7E7150CC7FB0"/>
  <p:tag name="PPT_NATIVE_PATCH_E043B2670125925B947EA0F7" val="940FFEB950DDD42D5FBB983D9AF78A9A925B99C83159D3F72E11614937AA53C9"/>
  <p:tag name="PPT_NATIVE_PATCH_879C95F94A1CFEF3F140DA9D" val="3A20AD58FC49DD1D449EF870E6BC96A44A88D29061DAF3D8AFF07A075BFA2E9C"/>
  <p:tag name="PPT_NATIVE_PATCH_1DC51E1F0C83C1057A5FD439" val="0AACFA102649F3ACF29C12C1A0E1860E1EF4DC8760C59598C2D7D1DF357BC057"/>
  <p:tag name="PPT_NATIVE_PATCH_EE1F66F646ACB730378CC634" val="658A466069E863DDCC3B6A81EC1609249C2B668CB6BCA11A67CB01C67DDA1596"/>
  <p:tag name="PPT_NATIVE_PATCH_6E35E48AAC436A0E4CADA390" val="16F4CF44530B382A96A180B7BD889F30AE3A49778E0E4A36218AC6BF4153321D"/>
  <p:tag name="PPT_NATIVE_PATCH_F7ABEC71411AAB05DB3A534A" val="8A52EA0570A9AF80923041E2A9A653332723D81785F8B1AE33A67CBACC66FA93"/>
  <p:tag name="PPT_NATIVE_PATCH_E429B9BC84C5BC06D74F963D" val="F224BF3870C3C7B8CBEA2683554C57C9C8B0AC74CFC1254F359DB6D305751F75"/>
  <p:tag name="PPT_NATIVE_PATCH_4DD0A587698105A7D0A5E9F2" val="F2BFEAAAFCF879F546D4057801CF137825955D91B097E1D1502C4AE57AECBBBF"/>
  <p:tag name="PPT_NATIVE_PATCH_A127EA890849C12B417ED0C5" val="891AC164ACA5E7D9F3ABCA30E5E4ADE1903BDF3A0D6459DBAA7C533D228D86F5"/>
  <p:tag name="PPT_NATIVE_PATCH_67B66C76524B2A26803EA4B6" val="541C5B9DE8AAB14E9D0F114BDBDC1E3F89A63D593F69A0DC394247BE772596A2"/>
  <p:tag name="PPT_NATIVE_PATCH_85FE2666CE7FDDBC03722EEF" val="1B313C07DB06FECC6D1B5BE9DB2341286973784CDF0BF556F2E188D8628215A7"/>
  <p:tag name="PPT_NATIVE_PATCH_4054A3949895080B9A12D3E9" val="FC1A3636E16A610D34C9064AC1D3741CFB7DCD15F771035BDD9BAA7632FF531A"/>
  <p:tag name="PPT_NATIVE_PATCH_C00C43E168558BF43A837427" val="8A374384D62923B0FF380561F0449D27D6716B8E7F3A5AA05E470B08F403D3BD"/>
  <p:tag name="PPT_NATIVE_PATCH_AC221419AF1CCC98BE55091A" val="EC45113BB957B9D8A3DB641C4D1061575CB23912754BBA1592F47A69141ED4C6"/>
  <p:tag name="PPT_NATIVE_PATCH_E46D037E1050E1AA3EABC559" val="614AA45797D79E1848E11DD98A621DF582ECEC8B3504794E9A05F6DED10229CB"/>
  <p:tag name="PPT_NATIVE_PATCH_7D6E116C638F716656B23E12" val="55A4FB163C6264F7134D8703465EA7B30327B7F8DE561000C6895172CF09D805"/>
  <p:tag name="PPT_NATIVE_PATCH_308A6E5BF63B7DAF2AB40B73" val="8111B6879A7C0D1A421F013428018D79A1EE31463DA8BAEE215ADB02ED6D4FCD"/>
  <p:tag name="PPT_NATIVE_PATCH_7A6BC8D944563B18BD23EDB8" val="FA82746BB0AAC162B3D5A029F9AFFF328D1364F096C84F69627B6DB4E568560A"/>
  <p:tag name="PPT_NATIVE_PATCH_3311F7876A21394D03EC9BEA" val="36DAB72763E15BC87CC6D1406E299E9845BAE30ADE85CBCAC96BFDB11523173D"/>
  <p:tag name="PPT_LAYOUT-V1" val="F13A227E497C95BC14A679FC721BB90924E6C64D066856818FCFB8A44A69A76C"/>
  <p:tag name="PPT_NATIVE_PATCH_E7F2FD55F176BFD1A6DD47D2" val="B7C9D8145A61C8AF06715CC116109D266CDA12D5E40945B1EA497F100248ED54"/>
  <p:tag name="PPT_NATIVE_PATCH_95EE72DFCFF4FB9BE4851C05" val="361FAF290E8B6518D5148A81B94800C18A0D1FDED04208F1CF2A526EAA349CA7"/>
  <p:tag name="PPT_LAYOUT-V2" val="6097E9DC780BADCBBD1957B4EC0EACFCADD217A23C2A174B334A15B69DDBB3FB"/>
  <p:tag name="PPT_NATIVE_PATCH_EA7A64CAA6761515A89E91A5" val="CA12A970568DB9A561A856B5DFB5C4E3CBE06DFD1ADC94B65F87BCDC628B4DB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FRAMEWORK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1_REC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2_REC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3_REC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4_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5_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6_TEX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7_TEX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8_TEX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9_TEX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0_path_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0_path_arrow_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4_path_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4_path_arrow_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5_TEX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6_REC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7_path_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8_path_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9_path_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9_path_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9_path_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9_path_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0_path_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1_path_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2_path_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3_path_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4_path_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4_path_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5_RECT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6_RECT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7_RECT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8_RECT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9_path_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0_CIRC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1_CIRC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2_path_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3_REC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4_TEXT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5_TEXT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6_path_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6_path_arrow_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7_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8_TEX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9_TEX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0_path_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0_path_arrow_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1_CIRC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2_TEX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3_line_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4_TEXT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5_RECT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6_path_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6_path_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7_path_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8_TEX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9_TEX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0_path_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0_path_arrow_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1_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2_TEX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3_TEX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4_path_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4_path_arrow_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5_polygon_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6_polygon_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7_REC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8_polygon_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9_polygon_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0_REC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1_polygon_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2_polygon_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3_REC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4_TEX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5_REC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6_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7_path_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7_path_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7_path_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8_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9_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0_path_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0_path_arrow_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1_REC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2_TEX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3_TEX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4_path_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4_path_arrow_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5_polygon_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6_polygon_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7_REC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8_polygon_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9_polygon_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0_REC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1_polygon_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2_polygon_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3_REC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4_TEX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5_REC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6_REC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7_path_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7_path_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7_path_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7_path_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8_CIRC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9_CIRC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0_CIRC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1_TEX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2_TEX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3_path_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3_path_arrow_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4_REC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5_TEX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6_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7_path_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7_path_arrow_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8_polygon_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9_polygon_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0_REC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1_polygon_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2_polygon_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3_REC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4_polygon_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5_polygon_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6_REC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7_TEX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8_REC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9_TEX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0_TEX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1_REC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2_TEX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3_TEX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4_REC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5_TEX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6_path_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6_path_arrow_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3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5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6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7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3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4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5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6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7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9_CIRC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0_CIRCL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1_CIRC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2_CIRCL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3_CIRCL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4_CIRCL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5_CIRC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6_CIRC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7_CIRC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8_CIRCL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9_CIRCL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0_CIRCL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1_CIRC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2_RECT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3_TEXT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4_path_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4_path_arrow_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3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4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5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6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7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3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4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5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6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7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7_CIRC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8_CIRC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9_CIRCL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0_CIRCL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1_CIRC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2_CIRC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3_CIRCL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4_CIRCL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5_CIRC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6_CIRC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7_CIRC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8_CIRC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9_CIRC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0_RECT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1_TEX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2_path_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2_path_arrow_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3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4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5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6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7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3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4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5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6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7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5_CIRC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6_CIRC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7_CIRC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8_CIRCL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9_CIRCL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0_CIRCL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1_CIRCL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2_CIRCL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3_CIRC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4_CIRC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5_CIRCL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6_CIRCL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7_CIRC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8_path_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8_path_arrow_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9_path_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9_path_arrow_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0_path_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0_path_arrow_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1_CIRCL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2_TEX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3_TEX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4_path_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4_path_arrow_0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2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3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4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6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7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6_path_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6_path_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6_path_2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6_path_3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7_CIRCL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8_CIRCL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9_CIRCL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0_CIRCL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1_CIRCL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2_CIRCL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3_CIRCL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4_CIRCL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5_CIRCL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6_TEX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7_TEX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8_path_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9_path_0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9_path_arrow_0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0_TEX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1_REC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2_TEX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3_TEX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4_REC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5_TEX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6_TEXT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7_TEX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8_REC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9_TEX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0_TEX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1_path_0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1_path_arrow_0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2_REC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3_TEX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4_TEXT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5_path_0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5_path_arrow_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6_CIRCL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7_TEX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8_TEX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9_path_0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9_path_arrow_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0_path_0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0_path_arrow_0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1_CIRCL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2_TEX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3_path_0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3_path_arrow_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4_REC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5_TEXT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6_TEXT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7_path_0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7_path_arrow_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8_TEX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9_REC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0_path_0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0_path_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1_path_0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2_CIRCL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3_TEXT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4_TEXT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5_RECT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6_ELLIPS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7_ELLIPS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8_ELLIPS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9_CIRCL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0_TEX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1_TEXT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2_REC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3_TEX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4_REC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5_TEXT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6_path_0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6_path_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7_path_0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8_path_0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9_line_0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0_CIRCL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1_TEX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2_TEXT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3_TEXT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4_path_0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4_path_arrow_0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5_RECT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6_TEXT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7_TEXT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8_path_0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8_path_arrow_0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9_RECT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0_TEXT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1_CIRCL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2_TEXT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3_CIRCL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4_TEXT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5_path_0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6_path_0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6_path_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6_path_2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7_path_0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7_path_arrow_0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8_TEXT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9_TEXT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0_path_0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0_path_arrow_0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1_RECT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2_TEXT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3_RECT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4_TEXT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5_RECT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6_TEXT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7_RECT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8_TEXT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9_path_0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9_path_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9_path_arrow_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9_path_2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9_path_arrow_2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0_polygon_0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1_path_0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1_path_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1_path_2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2_path_0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2_path_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2_path_2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3_TEXT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4_RECT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5_TEXT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6_RECT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7_TEXT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8_RECT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9_TEXT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0_RECT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1_TEXT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2_path_0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2_path_arrow_0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3_path_0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3_path_arrow_0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4_path_0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4_path_arrow_0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5_path_0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5_path_arrow_0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6_path_0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6_path_arrow_0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7_path_0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7_path_arrow_0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8_line_0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9_TEXT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90_line_0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91_TEXT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92_line_0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93_TEXT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94_TEXT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1_path_0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1_path_arrow_0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2_path_0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2_path_arrow_0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3_path_0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3_path_arrow_0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9_path_arrow_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223</Words>
  <Application>Microsoft Office PowerPoint</Application>
  <PresentationFormat>宽屏</PresentationFormat>
  <Paragraphs>82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2 1</dc:creator>
  <cp:lastModifiedBy>2 1</cp:lastModifiedBy>
  <cp:revision>13</cp:revision>
  <dcterms:created xsi:type="dcterms:W3CDTF">2026-09-18T04:10:49Z</dcterms:created>
  <dcterms:modified xsi:type="dcterms:W3CDTF">2026-09-18T10:27:38Z</dcterms:modified>
</cp:coreProperties>
</file>